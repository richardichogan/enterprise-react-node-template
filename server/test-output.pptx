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hello to everyone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points in detail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Title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25252"/>
                </a:solidFill>
              </a:rPr>
              <a:t>Bullet 1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25252"/>
                </a:solidFill>
              </a:rPr>
              <a:t>Bullet 2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3636"/>
                </a:solidFill>
              </a:rPr>
              <a:t>Content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25252"/>
                </a:solidFill>
              </a:rPr>
              <a:t>Point 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25252"/>
                </a:solidFill>
              </a:rPr>
              <a:t>Point B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525252"/>
                </a:solidFill>
              </a:rPr>
              <a:t>Sub-point C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2026-01-13T17:46:22Z</dcterms:created>
  <dcterms:modified xsi:type="dcterms:W3CDTF">2026-01-13T17:46:22Z</dcterms:modified>
</cp:coreProperties>
</file>