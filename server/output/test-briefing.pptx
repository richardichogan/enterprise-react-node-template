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62" r:id="rId1"/>
  </p:sldMasterIdLst>
  <p:notesMasterIdLst>
    <p:notesMasterId r:id="rId96"/>
  </p:notesMasterIdLst>
  <p:handoutMasterIdLst>
    <p:handoutMasterId r:id="rId97"/>
  </p:handoutMasterIdLst>
  <p:sldIdLst>
    <p:sldId r:id="rId104-created" id="256"/>
  </p:sldIdLst>
  <p:sldSz cx="24387175" cy="13716000"/>
  <p:notesSz cx="6858000" cy="9144000"/>
  <p:defaultTextStyle>
    <a:defPPr>
      <a:defRPr lang="en-US"/>
    </a:defPPr>
    <a:lvl1pPr marL="0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68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937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406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875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344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813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282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751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slides" id="{4700659D-582D-3B47-8AF6-59C9324AA29A}">
          <p14:sldIdLst>
            <p14:sldId id="473"/>
            <p14:sldId id="474"/>
            <p14:sldId id="402"/>
            <p14:sldId id="403"/>
            <p14:sldId id="399"/>
            <p14:sldId id="398"/>
            <p14:sldId id="404"/>
            <p14:sldId id="405"/>
            <p14:sldId id="408"/>
            <p14:sldId id="406"/>
            <p14:sldId id="407"/>
            <p14:sldId id="410"/>
            <p14:sldId id="475"/>
            <p14:sldId id="507"/>
            <p14:sldId id="413"/>
            <p14:sldId id="535"/>
            <p14:sldId id="415"/>
            <p14:sldId id="440"/>
            <p14:sldId id="417"/>
            <p14:sldId id="427"/>
            <p14:sldId id="418"/>
            <p14:sldId id="508"/>
            <p14:sldId id="428"/>
            <p14:sldId id="426"/>
            <p14:sldId id="477"/>
            <p14:sldId id="425"/>
            <p14:sldId id="509"/>
            <p14:sldId id="479"/>
            <p14:sldId id="510"/>
            <p14:sldId id="419"/>
            <p14:sldId id="414"/>
            <p14:sldId id="420"/>
            <p14:sldId id="511"/>
            <p14:sldId id="482"/>
            <p14:sldId id="512"/>
            <p14:sldId id="484"/>
            <p14:sldId id="513"/>
            <p14:sldId id="421"/>
            <p14:sldId id="514"/>
            <p14:sldId id="422"/>
            <p14:sldId id="515"/>
            <p14:sldId id="516"/>
            <p14:sldId id="540"/>
            <p14:sldId id="541"/>
            <p14:sldId id="470"/>
            <p14:sldId id="441"/>
            <p14:sldId id="471"/>
            <p14:sldId id="433"/>
            <p14:sldId id="536"/>
            <p14:sldId id="469"/>
            <p14:sldId id="437"/>
            <p14:sldId id="472"/>
            <p14:sldId id="438"/>
            <p14:sldId id="489"/>
            <p14:sldId id="439"/>
          </p14:sldIdLst>
        </p14:section>
        <p14:section name="Charts and graphs" id="{61B08F0B-ECA9-8141-86A2-02D8CC977852}">
          <p14:sldIdLst>
            <p14:sldId id="537"/>
            <p14:sldId id="491"/>
            <p14:sldId id="492"/>
            <p14:sldId id="493"/>
            <p14:sldId id="494"/>
            <p14:sldId id="495"/>
            <p14:sldId id="496"/>
            <p14:sldId id="497"/>
            <p14:sldId id="455"/>
            <p14:sldId id="456"/>
            <p14:sldId id="457"/>
            <p14:sldId id="464"/>
            <p14:sldId id="462"/>
            <p14:sldId id="465"/>
            <p14:sldId id="466"/>
            <p14:sldId id="498"/>
            <p14:sldId id="500"/>
            <p14:sldId id="499"/>
            <p14:sldId id="501"/>
            <p14:sldId id="502"/>
            <p14:sldId id="503"/>
            <p14:sldId id="538"/>
            <p14:sldId id="517"/>
            <p14:sldId id="518"/>
            <p14:sldId id="505"/>
            <p14:sldId id="506"/>
          </p14:sldIdLst>
        </p14:section>
        <p14:section name="Selected Pictograms" id="{A71DFE44-60A9-FA4A-8A00-EEDEE7195C5C}">
          <p14:sldIdLst>
            <p14:sldId id="523"/>
            <p14:sldId id="525"/>
            <p14:sldId id="526"/>
            <p14:sldId id="527"/>
            <p14:sldId id="528"/>
            <p14:sldId id="529"/>
            <p14:sldId id="524"/>
            <p14:sldId id="530"/>
            <p14:sldId id="531"/>
            <p14:sldId id="532"/>
            <p14:sldId id="533"/>
            <p14:sldId id="534"/>
          </p14:sldIdLst>
        </p14:section>
        <p14:section name="Microgrid" id="{B04D37AE-4F8F-3744-867F-51C1B17FCD34}">
          <p14:sldIdLst>
            <p14:sldId id="51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240C83-B322-10D6-062F-819233246F17}" name="Diana Stanciulescu" initials="DS" userId="S::diana.stanciulescu@ro.ibm.com::8457c4d8-b183-4fb8-9506-2337bdfae6b8" providerId="AD"/>
  <p188:author id="{471F5894-9527-7E5F-AE6F-3881B44FA2B8}" name="Gabriel Barbu" initials="" userId="S::gabriel.barbu@ibm.com::3d0c1c4c-23d9-4258-9226-f99453c1293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26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94"/>
    <p:restoredTop sz="96327"/>
  </p:normalViewPr>
  <p:slideViewPr>
    <p:cSldViewPr snapToGrid="0" snapToObjects="1">
      <p:cViewPr varScale="1">
        <p:scale>
          <a:sx n="61" d="100"/>
          <a:sy n="61" d="100"/>
        </p:scale>
        <p:origin x="920" y="248"/>
      </p:cViewPr>
      <p:guideLst/>
    </p:cSldViewPr>
  </p:slideViewPr>
  <p:outlineViewPr>
    <p:cViewPr>
      <p:scale>
        <a:sx n="33" d="100"/>
        <a:sy n="33" d="100"/>
      </p:scale>
      <p:origin x="-56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microsoft.com/office/2018/10/relationships/authors" Target="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commentAuthors" Target="commentAuthors.xml"/><Relationship Id="rId3" Type="http://schemas.openxmlformats.org/officeDocument/2006/relationships/slide" Target="slides/slide2.xml"/><Relationship Id="rId104-created" Type="http://schemas.openxmlformats.org/officeDocument/2006/relationships/slide" Target="slides/slide9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A2010C-D88C-5A44-8B38-D491F6B485E6}" type="doc">
      <dgm:prSet loTypeId="urn:microsoft.com/office/officeart/2009/3/layout/HorizontalOrganizationChar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73CF128-8129-B34E-AC52-69D0CBEE7D23}">
      <dgm:prSet phldrT="[Text]" custT="1"/>
      <dgm:spPr>
        <a:solidFill>
          <a:srgbClr val="EDF5FF"/>
        </a:solidFill>
        <a:ln w="19050">
          <a:solidFill>
            <a:schemeClr val="accent1">
              <a:alpha val="39000"/>
            </a:schemeClr>
          </a:solidFill>
        </a:ln>
      </dgm:spPr>
      <dgm:t>
        <a:bodyPr lIns="256032"/>
        <a:lstStyle/>
        <a:p>
          <a:pPr algn="l"/>
          <a:r>
            <a:rPr lang="en-US" sz="2400" b="1" i="0" dirty="0">
              <a:solidFill>
                <a:schemeClr val="tx1"/>
              </a:solidFill>
              <a:latin typeface="Arial" panose="020B0604020202020204" pitchFamily="34" charset="0"/>
            </a:rPr>
            <a:t>Primary text</a:t>
          </a:r>
        </a:p>
      </dgm:t>
    </dgm:pt>
    <dgm:pt modelId="{56BAB282-600F-BA41-BE27-4CC91998F636}" type="parTrans" cxnId="{7B749F1A-00C9-7D42-AA4C-B8F5EB968A53}">
      <dgm:prSet/>
      <dgm:spPr/>
      <dgm:t>
        <a:bodyPr/>
        <a:lstStyle/>
        <a:p>
          <a:pPr algn="l"/>
          <a:endParaRPr lang="en-US" sz="2400" b="0" i="0">
            <a:solidFill>
              <a:schemeClr val="bg1"/>
            </a:solidFill>
            <a:latin typeface="IBM Plex Sans" panose="020B0503050203000203" pitchFamily="34" charset="0"/>
          </a:endParaRPr>
        </a:p>
      </dgm:t>
    </dgm:pt>
    <dgm:pt modelId="{73439AA5-7D22-5741-9818-F49EC1FA94B8}" type="sibTrans" cxnId="{7B749F1A-00C9-7D42-AA4C-B8F5EB968A53}">
      <dgm:prSet/>
      <dgm:spPr/>
      <dgm:t>
        <a:bodyPr/>
        <a:lstStyle/>
        <a:p>
          <a:pPr algn="l"/>
          <a:endParaRPr lang="en-US" sz="2400" b="0" i="0">
            <a:solidFill>
              <a:schemeClr val="bg1"/>
            </a:solidFill>
            <a:latin typeface="IBM Plex Sans" panose="020B0503050203000203" pitchFamily="34" charset="0"/>
          </a:endParaRPr>
        </a:p>
      </dgm:t>
    </dgm:pt>
    <dgm:pt modelId="{665967ED-7660-7646-9F65-22F41675DC5D}" type="asst">
      <dgm:prSet phldrT="[Text]" custT="1"/>
      <dgm:spPr>
        <a:solidFill>
          <a:srgbClr val="F4F4F4"/>
        </a:solidFill>
        <a:ln w="19050">
          <a:solidFill>
            <a:srgbClr val="8D8D8D"/>
          </a:solidFill>
        </a:ln>
      </dgm:spPr>
      <dgm:t>
        <a:bodyPr lIns="256032"/>
        <a:lstStyle/>
        <a:p>
          <a:pPr algn="l"/>
          <a:r>
            <a:rPr lang="en-US" sz="2400" b="1" i="0" dirty="0">
              <a:solidFill>
                <a:schemeClr val="tx1"/>
              </a:solidFill>
              <a:latin typeface="Arial" panose="020B0604020202020204" pitchFamily="34" charset="0"/>
            </a:rPr>
            <a:t>Primary text</a:t>
          </a:r>
        </a:p>
      </dgm:t>
    </dgm:pt>
    <dgm:pt modelId="{6C789A6C-5ED7-EF4B-988C-CE40C697D738}" type="parTrans" cxnId="{8C815BF7-0405-634E-92CC-833B76665CDB}">
      <dgm:prSet/>
      <dgm:spPr>
        <a:ln w="19050">
          <a:solidFill>
            <a:schemeClr val="tx1"/>
          </a:solidFill>
        </a:ln>
      </dgm:spPr>
      <dgm:t>
        <a:bodyPr/>
        <a:lstStyle/>
        <a:p>
          <a:pPr algn="l"/>
          <a:endParaRPr lang="en-US" sz="2400" b="0" i="0">
            <a:solidFill>
              <a:schemeClr val="bg1"/>
            </a:solidFill>
            <a:latin typeface="IBM Plex Sans" panose="020B0503050203000203" pitchFamily="34" charset="0"/>
          </a:endParaRPr>
        </a:p>
      </dgm:t>
    </dgm:pt>
    <dgm:pt modelId="{ACD65B97-9F83-824D-B30A-DEBAF1DDA0BA}" type="sibTrans" cxnId="{8C815BF7-0405-634E-92CC-833B76665CDB}">
      <dgm:prSet/>
      <dgm:spPr/>
      <dgm:t>
        <a:bodyPr/>
        <a:lstStyle/>
        <a:p>
          <a:pPr algn="l"/>
          <a:endParaRPr lang="en-US" sz="2400" b="0" i="0">
            <a:solidFill>
              <a:schemeClr val="bg1"/>
            </a:solidFill>
            <a:latin typeface="IBM Plex Sans" panose="020B0503050203000203" pitchFamily="34" charset="0"/>
          </a:endParaRPr>
        </a:p>
      </dgm:t>
    </dgm:pt>
    <dgm:pt modelId="{B21854DC-6FBB-B94F-A228-EAE34F75C8A4}">
      <dgm:prSet custT="1"/>
      <dgm:spPr>
        <a:solidFill>
          <a:srgbClr val="F4F4F4"/>
        </a:solidFill>
        <a:ln w="19050">
          <a:solidFill>
            <a:srgbClr val="8D8D8D"/>
          </a:solidFill>
        </a:ln>
      </dgm:spPr>
      <dgm:t>
        <a:bodyPr lIns="256032"/>
        <a:lstStyle/>
        <a:p>
          <a:pPr algn="l"/>
          <a:r>
            <a:rPr lang="en-US" sz="2400" b="0" i="0" dirty="0">
              <a:solidFill>
                <a:schemeClr val="tx1"/>
              </a:solidFill>
              <a:latin typeface="Arial" panose="020B0604020202020204" pitchFamily="34" charset="0"/>
            </a:rPr>
            <a:t>[Text]</a:t>
          </a:r>
        </a:p>
      </dgm:t>
    </dgm:pt>
    <dgm:pt modelId="{659342CF-5B26-7145-B6E2-671648170E3D}" type="parTrans" cxnId="{0A5557FE-628B-FA4D-8E12-374513A7539D}">
      <dgm:prSet/>
      <dgm:spPr>
        <a:ln w="19050">
          <a:solidFill>
            <a:schemeClr val="tx1"/>
          </a:solidFill>
        </a:ln>
      </dgm:spPr>
      <dgm:t>
        <a:bodyPr/>
        <a:lstStyle/>
        <a:p>
          <a:pPr algn="l"/>
          <a:endParaRPr lang="en-US" sz="2400" b="0" i="0">
            <a:solidFill>
              <a:schemeClr val="bg1"/>
            </a:solidFill>
            <a:latin typeface="IBM Plex Sans" panose="020B0503050203000203" pitchFamily="34" charset="0"/>
          </a:endParaRPr>
        </a:p>
      </dgm:t>
    </dgm:pt>
    <dgm:pt modelId="{612DEE26-38D5-E04A-8553-398C3F6ADE41}" type="sibTrans" cxnId="{0A5557FE-628B-FA4D-8E12-374513A7539D}">
      <dgm:prSet/>
      <dgm:spPr/>
      <dgm:t>
        <a:bodyPr/>
        <a:lstStyle/>
        <a:p>
          <a:pPr algn="l"/>
          <a:endParaRPr lang="en-US" sz="2400" b="0" i="0">
            <a:solidFill>
              <a:schemeClr val="bg1"/>
            </a:solidFill>
            <a:latin typeface="IBM Plex Sans" panose="020B0503050203000203" pitchFamily="34" charset="0"/>
          </a:endParaRPr>
        </a:p>
      </dgm:t>
    </dgm:pt>
    <dgm:pt modelId="{E03197F8-A954-104D-8859-37535E2347D3}">
      <dgm:prSet custT="1"/>
      <dgm:spPr>
        <a:solidFill>
          <a:srgbClr val="F4F4F4"/>
        </a:solidFill>
        <a:ln w="19050">
          <a:solidFill>
            <a:srgbClr val="8D8D8D"/>
          </a:solidFill>
        </a:ln>
      </dgm:spPr>
      <dgm:t>
        <a:bodyPr lIns="256032"/>
        <a:lstStyle/>
        <a:p>
          <a:pPr algn="l"/>
          <a:r>
            <a:rPr lang="en-US" sz="2400" b="1" i="0" dirty="0">
              <a:solidFill>
                <a:schemeClr val="tx1"/>
              </a:solidFill>
              <a:latin typeface="Arial" panose="020B0604020202020204" pitchFamily="34" charset="0"/>
            </a:rPr>
            <a:t>Primary text</a:t>
          </a:r>
        </a:p>
      </dgm:t>
    </dgm:pt>
    <dgm:pt modelId="{A1D49C3D-EAD9-6F44-87F7-0B94E208B578}" type="parTrans" cxnId="{9B8F5229-1301-1F49-930A-0BDA5EFCE846}">
      <dgm:prSet/>
      <dgm:spPr>
        <a:ln w="19050">
          <a:solidFill>
            <a:schemeClr val="tx1"/>
          </a:solidFill>
        </a:ln>
      </dgm:spPr>
      <dgm:t>
        <a:bodyPr/>
        <a:lstStyle/>
        <a:p>
          <a:pPr algn="l"/>
          <a:endParaRPr lang="en-US" sz="2400" b="0" i="0">
            <a:solidFill>
              <a:schemeClr val="bg1"/>
            </a:solidFill>
            <a:latin typeface="IBM Plex Sans" panose="020B0503050203000203" pitchFamily="34" charset="0"/>
          </a:endParaRPr>
        </a:p>
      </dgm:t>
    </dgm:pt>
    <dgm:pt modelId="{FAE1A06A-B5BA-4D4B-A39F-801C03F0D26F}" type="sibTrans" cxnId="{9B8F5229-1301-1F49-930A-0BDA5EFCE846}">
      <dgm:prSet/>
      <dgm:spPr/>
      <dgm:t>
        <a:bodyPr/>
        <a:lstStyle/>
        <a:p>
          <a:pPr algn="l"/>
          <a:endParaRPr lang="en-US" sz="2400" b="0" i="0">
            <a:solidFill>
              <a:schemeClr val="bg1"/>
            </a:solidFill>
            <a:latin typeface="IBM Plex Sans" panose="020B0503050203000203" pitchFamily="34" charset="0"/>
          </a:endParaRPr>
        </a:p>
      </dgm:t>
    </dgm:pt>
    <dgm:pt modelId="{536557BE-5A85-254F-8E5E-6F6081921906}" type="asst">
      <dgm:prSet custT="1"/>
      <dgm:spPr>
        <a:solidFill>
          <a:srgbClr val="F4F4F4"/>
        </a:solidFill>
        <a:ln w="19050">
          <a:solidFill>
            <a:srgbClr val="8D8D8D"/>
          </a:solidFill>
        </a:ln>
      </dgm:spPr>
      <dgm:t>
        <a:bodyPr lIns="256032"/>
        <a:lstStyle/>
        <a:p>
          <a:pPr algn="l"/>
          <a:r>
            <a:rPr lang="en-US" sz="2400" b="1" i="0" dirty="0">
              <a:solidFill>
                <a:schemeClr val="tx1"/>
              </a:solidFill>
              <a:latin typeface="Arial" panose="020B0604020202020204" pitchFamily="34" charset="0"/>
            </a:rPr>
            <a:t>Primary text</a:t>
          </a:r>
        </a:p>
      </dgm:t>
    </dgm:pt>
    <dgm:pt modelId="{598DE515-5BC7-CC4A-896F-620BA279ABE3}" type="parTrans" cxnId="{D5A6CDE8-9CC2-8746-B44F-57679E7A4C40}">
      <dgm:prSet/>
      <dgm:spPr>
        <a:ln w="19050">
          <a:solidFill>
            <a:schemeClr val="tx1"/>
          </a:solidFill>
        </a:ln>
      </dgm:spPr>
      <dgm:t>
        <a:bodyPr/>
        <a:lstStyle/>
        <a:p>
          <a:pPr algn="l"/>
          <a:endParaRPr lang="en-US" sz="2400" b="0" i="0">
            <a:solidFill>
              <a:schemeClr val="bg1"/>
            </a:solidFill>
            <a:latin typeface="IBM Plex Sans" panose="020B0503050203000203" pitchFamily="34" charset="0"/>
          </a:endParaRPr>
        </a:p>
      </dgm:t>
    </dgm:pt>
    <dgm:pt modelId="{E6FFA98D-37B9-9A48-BFAD-9A5BBD7BFB3E}" type="sibTrans" cxnId="{D5A6CDE8-9CC2-8746-B44F-57679E7A4C40}">
      <dgm:prSet/>
      <dgm:spPr/>
      <dgm:t>
        <a:bodyPr/>
        <a:lstStyle/>
        <a:p>
          <a:pPr algn="l"/>
          <a:endParaRPr lang="en-US" sz="2400" b="0" i="0">
            <a:solidFill>
              <a:schemeClr val="bg1"/>
            </a:solidFill>
            <a:latin typeface="IBM Plex Sans" panose="020B0503050203000203" pitchFamily="34" charset="0"/>
          </a:endParaRPr>
        </a:p>
      </dgm:t>
    </dgm:pt>
    <dgm:pt modelId="{46A2D77B-18B3-5A40-AD10-687DEF4258FE}">
      <dgm:prSet custT="1"/>
      <dgm:spPr>
        <a:solidFill>
          <a:srgbClr val="F4F4F4"/>
        </a:solidFill>
        <a:ln w="19050">
          <a:solidFill>
            <a:srgbClr val="8D8D8D"/>
          </a:solidFill>
        </a:ln>
      </dgm:spPr>
      <dgm:t>
        <a:bodyPr lIns="256032"/>
        <a:lstStyle/>
        <a:p>
          <a:pPr algn="l"/>
          <a:r>
            <a:rPr lang="en-US" sz="2400" b="1" i="0" dirty="0">
              <a:solidFill>
                <a:schemeClr val="tx1"/>
              </a:solidFill>
              <a:latin typeface="Arial" panose="020B0604020202020204" pitchFamily="34" charset="0"/>
            </a:rPr>
            <a:t>Primary text</a:t>
          </a:r>
        </a:p>
      </dgm:t>
    </dgm:pt>
    <dgm:pt modelId="{A6D7F95B-DB3F-5149-B8BB-3A08384A082E}" type="parTrans" cxnId="{351F09AB-3B28-D149-8919-2D4F0A9A7EAC}">
      <dgm:prSet/>
      <dgm:spPr>
        <a:ln w="19050">
          <a:solidFill>
            <a:schemeClr val="tx1"/>
          </a:solidFill>
        </a:ln>
      </dgm:spPr>
      <dgm:t>
        <a:bodyPr/>
        <a:lstStyle/>
        <a:p>
          <a:pPr algn="l"/>
          <a:endParaRPr lang="en-US" sz="2400" b="0" i="0">
            <a:solidFill>
              <a:schemeClr val="bg1"/>
            </a:solidFill>
            <a:latin typeface="IBM Plex Sans" panose="020B0503050203000203" pitchFamily="34" charset="0"/>
          </a:endParaRPr>
        </a:p>
      </dgm:t>
    </dgm:pt>
    <dgm:pt modelId="{DB625903-9F0E-5543-AFF5-561E27A5B25A}" type="sibTrans" cxnId="{351F09AB-3B28-D149-8919-2D4F0A9A7EAC}">
      <dgm:prSet/>
      <dgm:spPr/>
      <dgm:t>
        <a:bodyPr/>
        <a:lstStyle/>
        <a:p>
          <a:pPr algn="l"/>
          <a:endParaRPr lang="en-US" sz="2400" b="0" i="0">
            <a:solidFill>
              <a:schemeClr val="bg1"/>
            </a:solidFill>
            <a:latin typeface="IBM Plex Sans" panose="020B0503050203000203" pitchFamily="34" charset="0"/>
          </a:endParaRPr>
        </a:p>
      </dgm:t>
    </dgm:pt>
    <dgm:pt modelId="{5214630F-C227-7F44-B375-37662C4DDA58}">
      <dgm:prSet custT="1"/>
      <dgm:spPr>
        <a:solidFill>
          <a:srgbClr val="F4F4F4"/>
        </a:solidFill>
        <a:ln w="19050">
          <a:solidFill>
            <a:srgbClr val="8D8D8D"/>
          </a:solidFill>
        </a:ln>
      </dgm:spPr>
      <dgm:t>
        <a:bodyPr lIns="256032"/>
        <a:lstStyle/>
        <a:p>
          <a:pPr algn="l">
            <a:spcAft>
              <a:spcPts val="200"/>
            </a:spcAft>
          </a:pPr>
          <a:r>
            <a:rPr lang="en-US" sz="2400" b="1" i="0" dirty="0">
              <a:solidFill>
                <a:schemeClr val="tx1"/>
              </a:solidFill>
              <a:latin typeface="Arial" panose="020B0604020202020204" pitchFamily="34" charset="0"/>
            </a:rPr>
            <a:t>Primary text</a:t>
          </a:r>
        </a:p>
        <a:p>
          <a:pPr algn="l">
            <a:spcAft>
              <a:spcPts val="200"/>
            </a:spcAft>
          </a:pPr>
          <a:r>
            <a:rPr lang="en-US" sz="2400" b="0" i="0" dirty="0">
              <a:solidFill>
                <a:schemeClr val="tx1"/>
              </a:solidFill>
              <a:latin typeface="Arial" panose="020B0604020202020204" pitchFamily="34" charset="0"/>
            </a:rPr>
            <a:t>Secondary text</a:t>
          </a:r>
        </a:p>
      </dgm:t>
    </dgm:pt>
    <dgm:pt modelId="{BC965101-6F72-A74D-887D-EBECBB307799}" type="parTrans" cxnId="{681FE06B-EE18-4E45-8BEA-37DEBE06F21B}">
      <dgm:prSet/>
      <dgm:spPr>
        <a:ln w="19050"/>
      </dgm:spPr>
      <dgm:t>
        <a:bodyPr/>
        <a:lstStyle/>
        <a:p>
          <a:pPr algn="l"/>
          <a:endParaRPr lang="en-US" sz="2400" b="0" i="0">
            <a:solidFill>
              <a:schemeClr val="bg1"/>
            </a:solidFill>
            <a:latin typeface="IBM Plex Sans" panose="020B0503050203000203" pitchFamily="34" charset="0"/>
          </a:endParaRPr>
        </a:p>
      </dgm:t>
    </dgm:pt>
    <dgm:pt modelId="{AE09A996-88E4-ED4E-B79F-C6FBA44BC53F}" type="sibTrans" cxnId="{681FE06B-EE18-4E45-8BEA-37DEBE06F21B}">
      <dgm:prSet/>
      <dgm:spPr/>
      <dgm:t>
        <a:bodyPr/>
        <a:lstStyle/>
        <a:p>
          <a:pPr algn="l"/>
          <a:endParaRPr lang="en-US" sz="2400" b="0" i="0">
            <a:solidFill>
              <a:schemeClr val="bg1"/>
            </a:solidFill>
            <a:latin typeface="IBM Plex Sans" panose="020B0503050203000203" pitchFamily="34" charset="0"/>
          </a:endParaRPr>
        </a:p>
      </dgm:t>
    </dgm:pt>
    <dgm:pt modelId="{FD351FAD-3D26-204F-9251-782B9D34B483}">
      <dgm:prSet custT="1"/>
      <dgm:spPr>
        <a:solidFill>
          <a:srgbClr val="F4F4F4"/>
        </a:solidFill>
        <a:ln w="19050">
          <a:solidFill>
            <a:srgbClr val="8D8D8D"/>
          </a:solidFill>
        </a:ln>
      </dgm:spPr>
      <dgm:t>
        <a:bodyPr lIns="256032" tIns="91440" rIns="91440" bIns="91440"/>
        <a:lstStyle/>
        <a:p>
          <a:pPr algn="l">
            <a:spcAft>
              <a:spcPts val="200"/>
            </a:spcAft>
          </a:pPr>
          <a:r>
            <a:rPr lang="en-US" sz="2400" b="1" i="0" dirty="0">
              <a:solidFill>
                <a:schemeClr val="tx1"/>
              </a:solidFill>
              <a:latin typeface="Arial" panose="020B0604020202020204" pitchFamily="34" charset="0"/>
            </a:rPr>
            <a:t>Primary text on more than two lines makes the text box larger</a:t>
          </a:r>
        </a:p>
        <a:p>
          <a:pPr algn="l">
            <a:spcAft>
              <a:spcPts val="200"/>
            </a:spcAft>
          </a:pPr>
          <a:r>
            <a:rPr lang="en-US" sz="2400" b="0" i="0" dirty="0">
              <a:solidFill>
                <a:schemeClr val="tx1"/>
              </a:solidFill>
              <a:latin typeface="Arial" panose="020B0604020202020204" pitchFamily="34" charset="0"/>
            </a:rPr>
            <a:t>Secondary text</a:t>
          </a:r>
        </a:p>
      </dgm:t>
    </dgm:pt>
    <dgm:pt modelId="{364F3E6C-A37F-194D-904D-176DBEE2DE67}" type="parTrans" cxnId="{26506A4D-5B52-9740-BB74-47FAD28B61D9}">
      <dgm:prSet/>
      <dgm:spPr>
        <a:ln w="19050">
          <a:solidFill>
            <a:schemeClr val="tx1"/>
          </a:solidFill>
        </a:ln>
      </dgm:spPr>
      <dgm:t>
        <a:bodyPr/>
        <a:lstStyle/>
        <a:p>
          <a:pPr algn="l"/>
          <a:endParaRPr lang="en-US" sz="2400" b="0" i="0">
            <a:solidFill>
              <a:schemeClr val="bg1"/>
            </a:solidFill>
            <a:latin typeface="IBM Plex Sans" panose="020B0503050203000203" pitchFamily="34" charset="0"/>
          </a:endParaRPr>
        </a:p>
      </dgm:t>
    </dgm:pt>
    <dgm:pt modelId="{52C05AA2-1467-134D-BDC2-DAB19FBF2524}" type="sibTrans" cxnId="{26506A4D-5B52-9740-BB74-47FAD28B61D9}">
      <dgm:prSet/>
      <dgm:spPr/>
      <dgm:t>
        <a:bodyPr/>
        <a:lstStyle/>
        <a:p>
          <a:pPr algn="l"/>
          <a:endParaRPr lang="en-US" sz="2400" b="0" i="0">
            <a:solidFill>
              <a:schemeClr val="bg1"/>
            </a:solidFill>
            <a:latin typeface="IBM Plex Sans" panose="020B0503050203000203" pitchFamily="34" charset="0"/>
          </a:endParaRPr>
        </a:p>
      </dgm:t>
    </dgm:pt>
    <dgm:pt modelId="{35DDB6F3-7DB6-0A43-8833-3ACDDB01FB00}">
      <dgm:prSet custT="1"/>
      <dgm:spPr>
        <a:solidFill>
          <a:srgbClr val="F4F4F4"/>
        </a:solidFill>
        <a:ln w="19050">
          <a:solidFill>
            <a:srgbClr val="8D8D8D"/>
          </a:solidFill>
        </a:ln>
      </dgm:spPr>
      <dgm:t>
        <a:bodyPr lIns="256032"/>
        <a:lstStyle/>
        <a:p>
          <a:pPr algn="l">
            <a:spcAft>
              <a:spcPts val="200"/>
            </a:spcAft>
          </a:pPr>
          <a:r>
            <a:rPr lang="en-US" sz="2400" b="1" i="0" dirty="0">
              <a:solidFill>
                <a:schemeClr val="tx1"/>
              </a:solidFill>
              <a:latin typeface="Arial" panose="020B0604020202020204" pitchFamily="34" charset="0"/>
            </a:rPr>
            <a:t>Primary text</a:t>
          </a:r>
        </a:p>
        <a:p>
          <a:pPr algn="l">
            <a:spcAft>
              <a:spcPts val="200"/>
            </a:spcAft>
          </a:pPr>
          <a:r>
            <a:rPr lang="en-US" sz="2400" b="0" i="0" dirty="0">
              <a:solidFill>
                <a:schemeClr val="tx1"/>
              </a:solidFill>
              <a:latin typeface="Arial" panose="020B0604020202020204" pitchFamily="34" charset="0"/>
            </a:rPr>
            <a:t>Secondary text</a:t>
          </a:r>
        </a:p>
      </dgm:t>
    </dgm:pt>
    <dgm:pt modelId="{01A6E675-4437-0842-9FFE-98968CDE83DD}" type="parTrans" cxnId="{B97B791C-F201-5A4C-B762-64A32E3971E4}">
      <dgm:prSet/>
      <dgm:spPr>
        <a:ln w="19050">
          <a:solidFill>
            <a:schemeClr val="tx1"/>
          </a:solidFill>
        </a:ln>
      </dgm:spPr>
      <dgm:t>
        <a:bodyPr/>
        <a:lstStyle/>
        <a:p>
          <a:pPr algn="l"/>
          <a:endParaRPr lang="en-US" sz="2400" b="0" i="0">
            <a:solidFill>
              <a:schemeClr val="bg1"/>
            </a:solidFill>
            <a:latin typeface="IBM Plex Sans" panose="020B0503050203000203" pitchFamily="34" charset="0"/>
          </a:endParaRPr>
        </a:p>
      </dgm:t>
    </dgm:pt>
    <dgm:pt modelId="{E43A5EB8-3CA4-EC49-85CB-9CF336FD9E20}" type="sibTrans" cxnId="{B97B791C-F201-5A4C-B762-64A32E3971E4}">
      <dgm:prSet/>
      <dgm:spPr/>
      <dgm:t>
        <a:bodyPr/>
        <a:lstStyle/>
        <a:p>
          <a:pPr algn="l"/>
          <a:endParaRPr lang="en-US" sz="2400" b="0" i="0">
            <a:solidFill>
              <a:schemeClr val="bg1"/>
            </a:solidFill>
            <a:latin typeface="IBM Plex Sans" panose="020B0503050203000203" pitchFamily="34" charset="0"/>
          </a:endParaRPr>
        </a:p>
      </dgm:t>
    </dgm:pt>
    <dgm:pt modelId="{54E33EA3-C294-B04D-A711-7DFA004AE725}">
      <dgm:prSet custT="1"/>
      <dgm:spPr>
        <a:solidFill>
          <a:srgbClr val="F4F4F4"/>
        </a:solidFill>
        <a:ln w="19050">
          <a:solidFill>
            <a:srgbClr val="8D8D8D"/>
          </a:solidFill>
        </a:ln>
      </dgm:spPr>
      <dgm:t>
        <a:bodyPr lIns="256032"/>
        <a:lstStyle/>
        <a:p>
          <a:pPr algn="l"/>
          <a:r>
            <a:rPr lang="en-US" sz="2400" b="1" i="0" dirty="0">
              <a:solidFill>
                <a:schemeClr val="tx1"/>
              </a:solidFill>
              <a:latin typeface="Arial" panose="020B0604020202020204" pitchFamily="34" charset="0"/>
            </a:rPr>
            <a:t>Primary text</a:t>
          </a:r>
        </a:p>
      </dgm:t>
    </dgm:pt>
    <dgm:pt modelId="{5EF6A78B-A3F8-3743-B867-3705481872BA}" type="parTrans" cxnId="{59F57DDE-4A16-1943-BE0E-7368111C4082}">
      <dgm:prSet/>
      <dgm:spPr>
        <a:ln w="19050">
          <a:solidFill>
            <a:schemeClr val="tx1"/>
          </a:solidFill>
        </a:ln>
      </dgm:spPr>
      <dgm:t>
        <a:bodyPr/>
        <a:lstStyle/>
        <a:p>
          <a:pPr algn="l"/>
          <a:endParaRPr lang="en-US" sz="2400" b="0" i="0">
            <a:solidFill>
              <a:schemeClr val="bg1"/>
            </a:solidFill>
            <a:latin typeface="IBM Plex Sans" panose="020B0503050203000203" pitchFamily="34" charset="0"/>
          </a:endParaRPr>
        </a:p>
      </dgm:t>
    </dgm:pt>
    <dgm:pt modelId="{D57572BE-FEA9-104E-8A05-18BCACDC43F4}" type="sibTrans" cxnId="{59F57DDE-4A16-1943-BE0E-7368111C4082}">
      <dgm:prSet/>
      <dgm:spPr/>
      <dgm:t>
        <a:bodyPr/>
        <a:lstStyle/>
        <a:p>
          <a:pPr algn="l"/>
          <a:endParaRPr lang="en-US" sz="2400" b="0" i="0">
            <a:solidFill>
              <a:schemeClr val="bg1"/>
            </a:solidFill>
            <a:latin typeface="IBM Plex Sans" panose="020B0503050203000203" pitchFamily="34" charset="0"/>
          </a:endParaRPr>
        </a:p>
      </dgm:t>
    </dgm:pt>
    <dgm:pt modelId="{BD875A84-568F-E747-99F9-4A559702C5AD}">
      <dgm:prSet custT="1"/>
      <dgm:spPr>
        <a:solidFill>
          <a:srgbClr val="F4F4F4"/>
        </a:solidFill>
        <a:ln w="19050">
          <a:solidFill>
            <a:srgbClr val="8D8D8D"/>
          </a:solidFill>
        </a:ln>
      </dgm:spPr>
      <dgm:t>
        <a:bodyPr lIns="256032"/>
        <a:lstStyle/>
        <a:p>
          <a:pPr algn="l"/>
          <a:r>
            <a:rPr lang="en-US" sz="2400" b="1" i="0" dirty="0">
              <a:solidFill>
                <a:schemeClr val="tx1"/>
              </a:solidFill>
              <a:latin typeface="Arial" panose="020B0604020202020204" pitchFamily="34" charset="0"/>
            </a:rPr>
            <a:t>Primary text</a:t>
          </a:r>
        </a:p>
      </dgm:t>
    </dgm:pt>
    <dgm:pt modelId="{1FD07BD0-8E4D-B644-BA0A-9CC7FDD29F50}" type="parTrans" cxnId="{41175567-DD07-C642-85BC-0C571181A2B2}">
      <dgm:prSet/>
      <dgm:spPr>
        <a:ln w="19050">
          <a:solidFill>
            <a:schemeClr val="tx1"/>
          </a:solidFill>
        </a:ln>
      </dgm:spPr>
      <dgm:t>
        <a:bodyPr/>
        <a:lstStyle/>
        <a:p>
          <a:pPr algn="l"/>
          <a:endParaRPr lang="en-US" sz="2400" b="0" i="0">
            <a:solidFill>
              <a:schemeClr val="bg1"/>
            </a:solidFill>
            <a:latin typeface="IBM Plex Sans" panose="020B0503050203000203" pitchFamily="34" charset="0"/>
          </a:endParaRPr>
        </a:p>
      </dgm:t>
    </dgm:pt>
    <dgm:pt modelId="{40C257C8-CFB4-A74A-A75D-0228AA3C7AA7}" type="sibTrans" cxnId="{41175567-DD07-C642-85BC-0C571181A2B2}">
      <dgm:prSet/>
      <dgm:spPr/>
      <dgm:t>
        <a:bodyPr/>
        <a:lstStyle/>
        <a:p>
          <a:pPr algn="l"/>
          <a:endParaRPr lang="en-US" sz="2400" b="0" i="0">
            <a:solidFill>
              <a:schemeClr val="bg1"/>
            </a:solidFill>
            <a:latin typeface="IBM Plex Sans" panose="020B0503050203000203" pitchFamily="34" charset="0"/>
          </a:endParaRPr>
        </a:p>
      </dgm:t>
    </dgm:pt>
    <dgm:pt modelId="{298EC018-59A7-BF46-BF2B-6E3A980967A2}" type="pres">
      <dgm:prSet presAssocID="{91A2010C-D88C-5A44-8B38-D491F6B485E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72E36A1-2B40-9B4F-9EAE-9B7257A51261}" type="pres">
      <dgm:prSet presAssocID="{673CF128-8129-B34E-AC52-69D0CBEE7D23}" presName="hierRoot1" presStyleCnt="0">
        <dgm:presLayoutVars>
          <dgm:hierBranch val="init"/>
        </dgm:presLayoutVars>
      </dgm:prSet>
      <dgm:spPr/>
    </dgm:pt>
    <dgm:pt modelId="{4BCFBE0B-A6AA-6F45-AF22-F410754D1248}" type="pres">
      <dgm:prSet presAssocID="{673CF128-8129-B34E-AC52-69D0CBEE7D23}" presName="rootComposite1" presStyleCnt="0"/>
      <dgm:spPr/>
    </dgm:pt>
    <dgm:pt modelId="{861364E7-F8B4-054D-A9BD-E357418EF467}" type="pres">
      <dgm:prSet presAssocID="{673CF128-8129-B34E-AC52-69D0CBEE7D23}" presName="rootText1" presStyleLbl="node0" presStyleIdx="0" presStyleCnt="1" custLinFactNeighborX="-36407" custLinFactNeighborY="31418">
        <dgm:presLayoutVars>
          <dgm:chPref val="3"/>
        </dgm:presLayoutVars>
      </dgm:prSet>
      <dgm:spPr/>
    </dgm:pt>
    <dgm:pt modelId="{68E4C4AC-D6F1-B24A-B4E5-DD483AA63EDC}" type="pres">
      <dgm:prSet presAssocID="{673CF128-8129-B34E-AC52-69D0CBEE7D23}" presName="rootConnector1" presStyleLbl="node1" presStyleIdx="0" presStyleCnt="0"/>
      <dgm:spPr/>
    </dgm:pt>
    <dgm:pt modelId="{12BDF7EC-A064-1142-A21B-AE37B5723E56}" type="pres">
      <dgm:prSet presAssocID="{673CF128-8129-B34E-AC52-69D0CBEE7D23}" presName="hierChild2" presStyleCnt="0"/>
      <dgm:spPr/>
    </dgm:pt>
    <dgm:pt modelId="{C3F6C076-77A2-0B4A-A837-1E7DC881F0F8}" type="pres">
      <dgm:prSet presAssocID="{673CF128-8129-B34E-AC52-69D0CBEE7D23}" presName="hierChild3" presStyleCnt="0"/>
      <dgm:spPr/>
    </dgm:pt>
    <dgm:pt modelId="{04F803F3-BE39-2747-8259-8B5B9F35B3C5}" type="pres">
      <dgm:prSet presAssocID="{6C789A6C-5ED7-EF4B-988C-CE40C697D738}" presName="Name115" presStyleLbl="parChTrans1D2" presStyleIdx="0" presStyleCnt="2"/>
      <dgm:spPr/>
    </dgm:pt>
    <dgm:pt modelId="{F1A01F1A-284B-FD48-9DB5-711644E8FAB5}" type="pres">
      <dgm:prSet presAssocID="{665967ED-7660-7646-9F65-22F41675DC5D}" presName="hierRoot3" presStyleCnt="0">
        <dgm:presLayoutVars>
          <dgm:hierBranch val="init"/>
        </dgm:presLayoutVars>
      </dgm:prSet>
      <dgm:spPr/>
    </dgm:pt>
    <dgm:pt modelId="{60545EE9-F240-A048-B57E-CFF1F9F93110}" type="pres">
      <dgm:prSet presAssocID="{665967ED-7660-7646-9F65-22F41675DC5D}" presName="rootComposite3" presStyleCnt="0"/>
      <dgm:spPr/>
    </dgm:pt>
    <dgm:pt modelId="{52031D39-5E93-A744-9923-206793E19160}" type="pres">
      <dgm:prSet presAssocID="{665967ED-7660-7646-9F65-22F41675DC5D}" presName="rootText3" presStyleLbl="asst1" presStyleIdx="0" presStyleCnt="2">
        <dgm:presLayoutVars>
          <dgm:chPref val="3"/>
        </dgm:presLayoutVars>
      </dgm:prSet>
      <dgm:spPr/>
    </dgm:pt>
    <dgm:pt modelId="{E4ADE821-AACA-A14F-91BA-6834A1648E72}" type="pres">
      <dgm:prSet presAssocID="{665967ED-7660-7646-9F65-22F41675DC5D}" presName="rootConnector3" presStyleLbl="asst1" presStyleIdx="0" presStyleCnt="2"/>
      <dgm:spPr/>
    </dgm:pt>
    <dgm:pt modelId="{227390A0-A7EE-E74E-A891-EF590DFCBBA1}" type="pres">
      <dgm:prSet presAssocID="{665967ED-7660-7646-9F65-22F41675DC5D}" presName="hierChild6" presStyleCnt="0"/>
      <dgm:spPr/>
    </dgm:pt>
    <dgm:pt modelId="{360C4883-2397-C44E-85C9-A9DDF16C4270}" type="pres">
      <dgm:prSet presAssocID="{659342CF-5B26-7145-B6E2-671648170E3D}" presName="Name64" presStyleLbl="parChTrans1D3" presStyleIdx="0" presStyleCnt="5"/>
      <dgm:spPr/>
    </dgm:pt>
    <dgm:pt modelId="{D0FC53E2-AF08-F949-B83A-9D4D92D3A898}" type="pres">
      <dgm:prSet presAssocID="{B21854DC-6FBB-B94F-A228-EAE34F75C8A4}" presName="hierRoot2" presStyleCnt="0">
        <dgm:presLayoutVars>
          <dgm:hierBranch val="init"/>
        </dgm:presLayoutVars>
      </dgm:prSet>
      <dgm:spPr/>
    </dgm:pt>
    <dgm:pt modelId="{811C9CDD-782A-EB40-B137-47BBA33051DF}" type="pres">
      <dgm:prSet presAssocID="{B21854DC-6FBB-B94F-A228-EAE34F75C8A4}" presName="rootComposite" presStyleCnt="0"/>
      <dgm:spPr/>
    </dgm:pt>
    <dgm:pt modelId="{A1486D23-C76A-0543-8906-25EC70364ECE}" type="pres">
      <dgm:prSet presAssocID="{B21854DC-6FBB-B94F-A228-EAE34F75C8A4}" presName="rootText" presStyleLbl="node3" presStyleIdx="0" presStyleCnt="5" custLinFactNeighborX="12201">
        <dgm:presLayoutVars>
          <dgm:chPref val="3"/>
        </dgm:presLayoutVars>
      </dgm:prSet>
      <dgm:spPr/>
    </dgm:pt>
    <dgm:pt modelId="{EAD2AA8D-BE16-8E43-8582-4C131295A476}" type="pres">
      <dgm:prSet presAssocID="{B21854DC-6FBB-B94F-A228-EAE34F75C8A4}" presName="rootConnector" presStyleLbl="node3" presStyleIdx="0" presStyleCnt="5"/>
      <dgm:spPr/>
    </dgm:pt>
    <dgm:pt modelId="{BECD590D-018F-294A-BEB3-A36FA8CC860B}" type="pres">
      <dgm:prSet presAssocID="{B21854DC-6FBB-B94F-A228-EAE34F75C8A4}" presName="hierChild4" presStyleCnt="0"/>
      <dgm:spPr/>
    </dgm:pt>
    <dgm:pt modelId="{6112DB1C-C118-0B43-ACDA-8E1455AD3969}" type="pres">
      <dgm:prSet presAssocID="{01A6E675-4437-0842-9FFE-98968CDE83DD}" presName="Name64" presStyleLbl="parChTrans1D4" presStyleIdx="0" presStyleCnt="3"/>
      <dgm:spPr/>
    </dgm:pt>
    <dgm:pt modelId="{8C0106EF-9013-C449-9E73-3C738965D928}" type="pres">
      <dgm:prSet presAssocID="{35DDB6F3-7DB6-0A43-8833-3ACDDB01FB00}" presName="hierRoot2" presStyleCnt="0">
        <dgm:presLayoutVars>
          <dgm:hierBranch val="init"/>
        </dgm:presLayoutVars>
      </dgm:prSet>
      <dgm:spPr/>
    </dgm:pt>
    <dgm:pt modelId="{DCEABA39-1EC5-5445-B180-9DAA54062D62}" type="pres">
      <dgm:prSet presAssocID="{35DDB6F3-7DB6-0A43-8833-3ACDDB01FB00}" presName="rootComposite" presStyleCnt="0"/>
      <dgm:spPr/>
    </dgm:pt>
    <dgm:pt modelId="{A8D4024C-6A3F-1B45-B522-BE3CF2BDC4C6}" type="pres">
      <dgm:prSet presAssocID="{35DDB6F3-7DB6-0A43-8833-3ACDDB01FB00}" presName="rootText" presStyleLbl="node4" presStyleIdx="0" presStyleCnt="3" custLinFactNeighborX="37517">
        <dgm:presLayoutVars>
          <dgm:chPref val="3"/>
        </dgm:presLayoutVars>
      </dgm:prSet>
      <dgm:spPr/>
    </dgm:pt>
    <dgm:pt modelId="{1CE094F2-C4B9-9540-9E4E-84D29D5DAD38}" type="pres">
      <dgm:prSet presAssocID="{35DDB6F3-7DB6-0A43-8833-3ACDDB01FB00}" presName="rootConnector" presStyleLbl="node4" presStyleIdx="0" presStyleCnt="3"/>
      <dgm:spPr/>
    </dgm:pt>
    <dgm:pt modelId="{44A9F60A-5553-4142-A2C5-B502333B7FB6}" type="pres">
      <dgm:prSet presAssocID="{35DDB6F3-7DB6-0A43-8833-3ACDDB01FB00}" presName="hierChild4" presStyleCnt="0"/>
      <dgm:spPr/>
    </dgm:pt>
    <dgm:pt modelId="{4F545C72-532E-074A-A0C7-9755C47E4D5C}" type="pres">
      <dgm:prSet presAssocID="{35DDB6F3-7DB6-0A43-8833-3ACDDB01FB00}" presName="hierChild5" presStyleCnt="0"/>
      <dgm:spPr/>
    </dgm:pt>
    <dgm:pt modelId="{82B8B53A-B77A-3F47-A535-3201432080C8}" type="pres">
      <dgm:prSet presAssocID="{B21854DC-6FBB-B94F-A228-EAE34F75C8A4}" presName="hierChild5" presStyleCnt="0"/>
      <dgm:spPr/>
    </dgm:pt>
    <dgm:pt modelId="{E9896B4E-E859-094F-B4D5-F759A354AD6C}" type="pres">
      <dgm:prSet presAssocID="{A1D49C3D-EAD9-6F44-87F7-0B94E208B578}" presName="Name64" presStyleLbl="parChTrans1D3" presStyleIdx="1" presStyleCnt="5"/>
      <dgm:spPr/>
    </dgm:pt>
    <dgm:pt modelId="{76E53F18-F262-0844-86BB-C314DD824173}" type="pres">
      <dgm:prSet presAssocID="{E03197F8-A954-104D-8859-37535E2347D3}" presName="hierRoot2" presStyleCnt="0">
        <dgm:presLayoutVars>
          <dgm:hierBranch val="init"/>
        </dgm:presLayoutVars>
      </dgm:prSet>
      <dgm:spPr/>
    </dgm:pt>
    <dgm:pt modelId="{4C9D4128-638A-3640-82BB-5F960DCD785A}" type="pres">
      <dgm:prSet presAssocID="{E03197F8-A954-104D-8859-37535E2347D3}" presName="rootComposite" presStyleCnt="0"/>
      <dgm:spPr/>
    </dgm:pt>
    <dgm:pt modelId="{D50A2720-7D75-A446-B860-8D2410A156B4}" type="pres">
      <dgm:prSet presAssocID="{E03197F8-A954-104D-8859-37535E2347D3}" presName="rootText" presStyleLbl="node3" presStyleIdx="1" presStyleCnt="5" custLinFactNeighborX="12201">
        <dgm:presLayoutVars>
          <dgm:chPref val="3"/>
        </dgm:presLayoutVars>
      </dgm:prSet>
      <dgm:spPr/>
    </dgm:pt>
    <dgm:pt modelId="{D0DFF111-4D64-7E43-9C71-06D5DF5234EC}" type="pres">
      <dgm:prSet presAssocID="{E03197F8-A954-104D-8859-37535E2347D3}" presName="rootConnector" presStyleLbl="node3" presStyleIdx="1" presStyleCnt="5"/>
      <dgm:spPr/>
    </dgm:pt>
    <dgm:pt modelId="{FFAF14A6-0666-BF4D-B02C-098C79D4AFCE}" type="pres">
      <dgm:prSet presAssocID="{E03197F8-A954-104D-8859-37535E2347D3}" presName="hierChild4" presStyleCnt="0"/>
      <dgm:spPr/>
    </dgm:pt>
    <dgm:pt modelId="{9264E975-7540-B24F-ADD4-7D6171385555}" type="pres">
      <dgm:prSet presAssocID="{E03197F8-A954-104D-8859-37535E2347D3}" presName="hierChild5" presStyleCnt="0"/>
      <dgm:spPr/>
    </dgm:pt>
    <dgm:pt modelId="{7BDB3E57-508C-5941-A4E5-283F3D680461}" type="pres">
      <dgm:prSet presAssocID="{665967ED-7660-7646-9F65-22F41675DC5D}" presName="hierChild7" presStyleCnt="0"/>
      <dgm:spPr/>
    </dgm:pt>
    <dgm:pt modelId="{7AEE4A84-C1E3-1D40-9B3C-699CF3ADDD16}" type="pres">
      <dgm:prSet presAssocID="{598DE515-5BC7-CC4A-896F-620BA279ABE3}" presName="Name115" presStyleLbl="parChTrans1D2" presStyleIdx="1" presStyleCnt="2"/>
      <dgm:spPr/>
    </dgm:pt>
    <dgm:pt modelId="{B863F745-A276-524B-B83C-E557C1E19AE2}" type="pres">
      <dgm:prSet presAssocID="{536557BE-5A85-254F-8E5E-6F6081921906}" presName="hierRoot3" presStyleCnt="0">
        <dgm:presLayoutVars>
          <dgm:hierBranch val="init"/>
        </dgm:presLayoutVars>
      </dgm:prSet>
      <dgm:spPr/>
    </dgm:pt>
    <dgm:pt modelId="{BBAD4B2C-A5C6-0F42-8B2E-C5B960F4E051}" type="pres">
      <dgm:prSet presAssocID="{536557BE-5A85-254F-8E5E-6F6081921906}" presName="rootComposite3" presStyleCnt="0"/>
      <dgm:spPr/>
    </dgm:pt>
    <dgm:pt modelId="{99BC47DE-C9F0-8548-9F6D-147A1EF8A1EE}" type="pres">
      <dgm:prSet presAssocID="{536557BE-5A85-254F-8E5E-6F6081921906}" presName="rootText3" presStyleLbl="asst1" presStyleIdx="1" presStyleCnt="2">
        <dgm:presLayoutVars>
          <dgm:chPref val="3"/>
        </dgm:presLayoutVars>
      </dgm:prSet>
      <dgm:spPr/>
    </dgm:pt>
    <dgm:pt modelId="{968289BA-362A-FC42-8F46-8E6703C0E712}" type="pres">
      <dgm:prSet presAssocID="{536557BE-5A85-254F-8E5E-6F6081921906}" presName="rootConnector3" presStyleLbl="asst1" presStyleIdx="1" presStyleCnt="2"/>
      <dgm:spPr/>
    </dgm:pt>
    <dgm:pt modelId="{1661203D-61B2-7643-AF6E-02B2FED1ED92}" type="pres">
      <dgm:prSet presAssocID="{536557BE-5A85-254F-8E5E-6F6081921906}" presName="hierChild6" presStyleCnt="0"/>
      <dgm:spPr/>
    </dgm:pt>
    <dgm:pt modelId="{DE7447C4-B173-9A4C-810E-238524E125A0}" type="pres">
      <dgm:prSet presAssocID="{A6D7F95B-DB3F-5149-B8BB-3A08384A082E}" presName="Name64" presStyleLbl="parChTrans1D3" presStyleIdx="2" presStyleCnt="5"/>
      <dgm:spPr/>
    </dgm:pt>
    <dgm:pt modelId="{1A983050-20E6-6F41-80A8-2392B4902DD2}" type="pres">
      <dgm:prSet presAssocID="{46A2D77B-18B3-5A40-AD10-687DEF4258FE}" presName="hierRoot2" presStyleCnt="0">
        <dgm:presLayoutVars>
          <dgm:hierBranch val="init"/>
        </dgm:presLayoutVars>
      </dgm:prSet>
      <dgm:spPr/>
    </dgm:pt>
    <dgm:pt modelId="{9CEB310D-01B2-F040-9EA4-172F0A6794B7}" type="pres">
      <dgm:prSet presAssocID="{46A2D77B-18B3-5A40-AD10-687DEF4258FE}" presName="rootComposite" presStyleCnt="0"/>
      <dgm:spPr/>
    </dgm:pt>
    <dgm:pt modelId="{E426C6F0-349A-3F4B-99AE-91020DE852CD}" type="pres">
      <dgm:prSet presAssocID="{46A2D77B-18B3-5A40-AD10-687DEF4258FE}" presName="rootText" presStyleLbl="node3" presStyleIdx="2" presStyleCnt="5" custLinFactNeighborX="12201">
        <dgm:presLayoutVars>
          <dgm:chPref val="3"/>
        </dgm:presLayoutVars>
      </dgm:prSet>
      <dgm:spPr/>
    </dgm:pt>
    <dgm:pt modelId="{18CAA2EF-C9A1-344A-9794-EBC1CB889BAE}" type="pres">
      <dgm:prSet presAssocID="{46A2D77B-18B3-5A40-AD10-687DEF4258FE}" presName="rootConnector" presStyleLbl="node3" presStyleIdx="2" presStyleCnt="5"/>
      <dgm:spPr/>
    </dgm:pt>
    <dgm:pt modelId="{9EE4AD75-C02F-9A45-A6F5-85891A647D1D}" type="pres">
      <dgm:prSet presAssocID="{46A2D77B-18B3-5A40-AD10-687DEF4258FE}" presName="hierChild4" presStyleCnt="0"/>
      <dgm:spPr/>
    </dgm:pt>
    <dgm:pt modelId="{716B4942-9F6E-D047-A744-8F5A781737BD}" type="pres">
      <dgm:prSet presAssocID="{5EF6A78B-A3F8-3743-B867-3705481872BA}" presName="Name64" presStyleLbl="parChTrans1D4" presStyleIdx="1" presStyleCnt="3"/>
      <dgm:spPr/>
    </dgm:pt>
    <dgm:pt modelId="{C18292AD-907D-9F40-B1E2-F9A207A901CB}" type="pres">
      <dgm:prSet presAssocID="{54E33EA3-C294-B04D-A711-7DFA004AE725}" presName="hierRoot2" presStyleCnt="0">
        <dgm:presLayoutVars>
          <dgm:hierBranch val="init"/>
        </dgm:presLayoutVars>
      </dgm:prSet>
      <dgm:spPr/>
    </dgm:pt>
    <dgm:pt modelId="{867E5443-9F27-AA43-9B47-CE13D52E1EB7}" type="pres">
      <dgm:prSet presAssocID="{54E33EA3-C294-B04D-A711-7DFA004AE725}" presName="rootComposite" presStyleCnt="0"/>
      <dgm:spPr/>
    </dgm:pt>
    <dgm:pt modelId="{02C91179-B45A-4449-A716-80384F9715DF}" type="pres">
      <dgm:prSet presAssocID="{54E33EA3-C294-B04D-A711-7DFA004AE725}" presName="rootText" presStyleLbl="node4" presStyleIdx="1" presStyleCnt="3" custLinFactNeighborX="37517">
        <dgm:presLayoutVars>
          <dgm:chPref val="3"/>
        </dgm:presLayoutVars>
      </dgm:prSet>
      <dgm:spPr/>
    </dgm:pt>
    <dgm:pt modelId="{758AA68F-B666-734A-AFB9-57DC44BCB95E}" type="pres">
      <dgm:prSet presAssocID="{54E33EA3-C294-B04D-A711-7DFA004AE725}" presName="rootConnector" presStyleLbl="node4" presStyleIdx="1" presStyleCnt="3"/>
      <dgm:spPr/>
    </dgm:pt>
    <dgm:pt modelId="{B4D791A1-C004-4843-8CB6-3F1060C5BC6A}" type="pres">
      <dgm:prSet presAssocID="{54E33EA3-C294-B04D-A711-7DFA004AE725}" presName="hierChild4" presStyleCnt="0"/>
      <dgm:spPr/>
    </dgm:pt>
    <dgm:pt modelId="{38D637C9-6759-AF4B-8190-BB745326694F}" type="pres">
      <dgm:prSet presAssocID="{54E33EA3-C294-B04D-A711-7DFA004AE725}" presName="hierChild5" presStyleCnt="0"/>
      <dgm:spPr/>
    </dgm:pt>
    <dgm:pt modelId="{1B035D45-1B83-C240-9676-69A5CE894679}" type="pres">
      <dgm:prSet presAssocID="{46A2D77B-18B3-5A40-AD10-687DEF4258FE}" presName="hierChild5" presStyleCnt="0"/>
      <dgm:spPr/>
    </dgm:pt>
    <dgm:pt modelId="{067F6274-6F79-5D4C-8FA5-4FDFD825A953}" type="pres">
      <dgm:prSet presAssocID="{BC965101-6F72-A74D-887D-EBECBB307799}" presName="Name64" presStyleLbl="parChTrans1D3" presStyleIdx="3" presStyleCnt="5"/>
      <dgm:spPr/>
    </dgm:pt>
    <dgm:pt modelId="{B8169366-51D1-1A4F-BB42-9D7BE8223732}" type="pres">
      <dgm:prSet presAssocID="{5214630F-C227-7F44-B375-37662C4DDA58}" presName="hierRoot2" presStyleCnt="0">
        <dgm:presLayoutVars>
          <dgm:hierBranch val="init"/>
        </dgm:presLayoutVars>
      </dgm:prSet>
      <dgm:spPr/>
    </dgm:pt>
    <dgm:pt modelId="{4CB47A03-63F4-BA4A-8617-C99DB89E3670}" type="pres">
      <dgm:prSet presAssocID="{5214630F-C227-7F44-B375-37662C4DDA58}" presName="rootComposite" presStyleCnt="0"/>
      <dgm:spPr/>
    </dgm:pt>
    <dgm:pt modelId="{395ABF75-9B4F-AA48-B0F2-E7021ED6D387}" type="pres">
      <dgm:prSet presAssocID="{5214630F-C227-7F44-B375-37662C4DDA58}" presName="rootText" presStyleLbl="node3" presStyleIdx="3" presStyleCnt="5" custLinFactNeighborX="12201">
        <dgm:presLayoutVars>
          <dgm:chPref val="3"/>
        </dgm:presLayoutVars>
      </dgm:prSet>
      <dgm:spPr/>
    </dgm:pt>
    <dgm:pt modelId="{98510274-37D5-3540-999C-A4E81149967C}" type="pres">
      <dgm:prSet presAssocID="{5214630F-C227-7F44-B375-37662C4DDA58}" presName="rootConnector" presStyleLbl="node3" presStyleIdx="3" presStyleCnt="5"/>
      <dgm:spPr/>
    </dgm:pt>
    <dgm:pt modelId="{E03AFD84-873A-A541-939E-A191FC0D23E2}" type="pres">
      <dgm:prSet presAssocID="{5214630F-C227-7F44-B375-37662C4DDA58}" presName="hierChild4" presStyleCnt="0"/>
      <dgm:spPr/>
    </dgm:pt>
    <dgm:pt modelId="{9817E974-6850-2F4C-946B-2114A3B377DC}" type="pres">
      <dgm:prSet presAssocID="{1FD07BD0-8E4D-B644-BA0A-9CC7FDD29F50}" presName="Name64" presStyleLbl="parChTrans1D4" presStyleIdx="2" presStyleCnt="3"/>
      <dgm:spPr/>
    </dgm:pt>
    <dgm:pt modelId="{F327CA8C-D7E2-9548-8EBA-697D399FEA41}" type="pres">
      <dgm:prSet presAssocID="{BD875A84-568F-E747-99F9-4A559702C5AD}" presName="hierRoot2" presStyleCnt="0">
        <dgm:presLayoutVars>
          <dgm:hierBranch val="init"/>
        </dgm:presLayoutVars>
      </dgm:prSet>
      <dgm:spPr/>
    </dgm:pt>
    <dgm:pt modelId="{39CF1595-120D-9E46-9BFB-021C1A652AD4}" type="pres">
      <dgm:prSet presAssocID="{BD875A84-568F-E747-99F9-4A559702C5AD}" presName="rootComposite" presStyleCnt="0"/>
      <dgm:spPr/>
    </dgm:pt>
    <dgm:pt modelId="{F61609CA-3B48-6848-BD8B-6337AD9FF478}" type="pres">
      <dgm:prSet presAssocID="{BD875A84-568F-E747-99F9-4A559702C5AD}" presName="rootText" presStyleLbl="node4" presStyleIdx="2" presStyleCnt="3" custLinFactNeighborX="37517">
        <dgm:presLayoutVars>
          <dgm:chPref val="3"/>
        </dgm:presLayoutVars>
      </dgm:prSet>
      <dgm:spPr/>
    </dgm:pt>
    <dgm:pt modelId="{EB3FDE0F-E475-794E-B38C-70AFA406F828}" type="pres">
      <dgm:prSet presAssocID="{BD875A84-568F-E747-99F9-4A559702C5AD}" presName="rootConnector" presStyleLbl="node4" presStyleIdx="2" presStyleCnt="3"/>
      <dgm:spPr/>
    </dgm:pt>
    <dgm:pt modelId="{AE6D6E06-9091-6346-BC17-C1E8020A3112}" type="pres">
      <dgm:prSet presAssocID="{BD875A84-568F-E747-99F9-4A559702C5AD}" presName="hierChild4" presStyleCnt="0"/>
      <dgm:spPr/>
    </dgm:pt>
    <dgm:pt modelId="{6E064C5D-6CD7-4D4F-B57E-95EEB7460983}" type="pres">
      <dgm:prSet presAssocID="{BD875A84-568F-E747-99F9-4A559702C5AD}" presName="hierChild5" presStyleCnt="0"/>
      <dgm:spPr/>
    </dgm:pt>
    <dgm:pt modelId="{2BC273EC-220D-A34A-BD13-0E89B71FB5BA}" type="pres">
      <dgm:prSet presAssocID="{5214630F-C227-7F44-B375-37662C4DDA58}" presName="hierChild5" presStyleCnt="0"/>
      <dgm:spPr/>
    </dgm:pt>
    <dgm:pt modelId="{85649276-8EB5-DE47-81E1-3B32840FB2C7}" type="pres">
      <dgm:prSet presAssocID="{364F3E6C-A37F-194D-904D-176DBEE2DE67}" presName="Name64" presStyleLbl="parChTrans1D3" presStyleIdx="4" presStyleCnt="5"/>
      <dgm:spPr/>
    </dgm:pt>
    <dgm:pt modelId="{1C5D6E54-2E4C-5548-8338-842A59033499}" type="pres">
      <dgm:prSet presAssocID="{FD351FAD-3D26-204F-9251-782B9D34B483}" presName="hierRoot2" presStyleCnt="0">
        <dgm:presLayoutVars>
          <dgm:hierBranch val="init"/>
        </dgm:presLayoutVars>
      </dgm:prSet>
      <dgm:spPr/>
    </dgm:pt>
    <dgm:pt modelId="{F05D190D-5014-4C41-84D5-B6DCDFB11A64}" type="pres">
      <dgm:prSet presAssocID="{FD351FAD-3D26-204F-9251-782B9D34B483}" presName="rootComposite" presStyleCnt="0"/>
      <dgm:spPr/>
    </dgm:pt>
    <dgm:pt modelId="{FA49161C-4486-0447-95E2-6D28023F51C4}" type="pres">
      <dgm:prSet presAssocID="{FD351FAD-3D26-204F-9251-782B9D34B483}" presName="rootText" presStyleLbl="node3" presStyleIdx="4" presStyleCnt="5" custScaleY="200694" custLinFactNeighborX="12201">
        <dgm:presLayoutVars>
          <dgm:chPref val="3"/>
        </dgm:presLayoutVars>
      </dgm:prSet>
      <dgm:spPr/>
    </dgm:pt>
    <dgm:pt modelId="{C93DAE9F-6C4E-184A-9B48-485EA9C7E1E9}" type="pres">
      <dgm:prSet presAssocID="{FD351FAD-3D26-204F-9251-782B9D34B483}" presName="rootConnector" presStyleLbl="node3" presStyleIdx="4" presStyleCnt="5"/>
      <dgm:spPr/>
    </dgm:pt>
    <dgm:pt modelId="{97EA625E-B893-A44E-A4D2-3EF413D34260}" type="pres">
      <dgm:prSet presAssocID="{FD351FAD-3D26-204F-9251-782B9D34B483}" presName="hierChild4" presStyleCnt="0"/>
      <dgm:spPr/>
    </dgm:pt>
    <dgm:pt modelId="{DAFF840E-B9F5-3941-B6B5-65BDC3D478BC}" type="pres">
      <dgm:prSet presAssocID="{FD351FAD-3D26-204F-9251-782B9D34B483}" presName="hierChild5" presStyleCnt="0"/>
      <dgm:spPr/>
    </dgm:pt>
    <dgm:pt modelId="{A99A0E68-C787-9C40-89C1-D3C923E97CA2}" type="pres">
      <dgm:prSet presAssocID="{536557BE-5A85-254F-8E5E-6F6081921906}" presName="hierChild7" presStyleCnt="0"/>
      <dgm:spPr/>
    </dgm:pt>
  </dgm:ptLst>
  <dgm:cxnLst>
    <dgm:cxn modelId="{7DBB230A-3910-5543-85B1-FFFE4E3E9EF4}" type="presOf" srcId="{659342CF-5B26-7145-B6E2-671648170E3D}" destId="{360C4883-2397-C44E-85C9-A9DDF16C4270}" srcOrd="0" destOrd="0" presId="urn:microsoft.com/office/officeart/2009/3/layout/HorizontalOrganizationChart"/>
    <dgm:cxn modelId="{855D2D16-0D63-2D42-BEEA-6560D2E4A07C}" type="presOf" srcId="{FD351FAD-3D26-204F-9251-782B9D34B483}" destId="{FA49161C-4486-0447-95E2-6D28023F51C4}" srcOrd="0" destOrd="0" presId="urn:microsoft.com/office/officeart/2009/3/layout/HorizontalOrganizationChart"/>
    <dgm:cxn modelId="{7B749F1A-00C9-7D42-AA4C-B8F5EB968A53}" srcId="{91A2010C-D88C-5A44-8B38-D491F6B485E6}" destId="{673CF128-8129-B34E-AC52-69D0CBEE7D23}" srcOrd="0" destOrd="0" parTransId="{56BAB282-600F-BA41-BE27-4CC91998F636}" sibTransId="{73439AA5-7D22-5741-9818-F49EC1FA94B8}"/>
    <dgm:cxn modelId="{B97B791C-F201-5A4C-B762-64A32E3971E4}" srcId="{B21854DC-6FBB-B94F-A228-EAE34F75C8A4}" destId="{35DDB6F3-7DB6-0A43-8833-3ACDDB01FB00}" srcOrd="0" destOrd="0" parTransId="{01A6E675-4437-0842-9FFE-98968CDE83DD}" sibTransId="{E43A5EB8-3CA4-EC49-85CB-9CF336FD9E20}"/>
    <dgm:cxn modelId="{BE410C24-E46B-154D-8069-762071297338}" type="presOf" srcId="{6C789A6C-5ED7-EF4B-988C-CE40C697D738}" destId="{04F803F3-BE39-2747-8259-8B5B9F35B3C5}" srcOrd="0" destOrd="0" presId="urn:microsoft.com/office/officeart/2009/3/layout/HorizontalOrganizationChart"/>
    <dgm:cxn modelId="{0E0AA324-72F2-1D4A-948E-C5455F47A984}" type="presOf" srcId="{35DDB6F3-7DB6-0A43-8833-3ACDDB01FB00}" destId="{1CE094F2-C4B9-9540-9E4E-84D29D5DAD38}" srcOrd="1" destOrd="0" presId="urn:microsoft.com/office/officeart/2009/3/layout/HorizontalOrganizationChart"/>
    <dgm:cxn modelId="{92F7CD24-3DCF-7D47-B8FB-1E75AE78995C}" type="presOf" srcId="{BC965101-6F72-A74D-887D-EBECBB307799}" destId="{067F6274-6F79-5D4C-8FA5-4FDFD825A953}" srcOrd="0" destOrd="0" presId="urn:microsoft.com/office/officeart/2009/3/layout/HorizontalOrganizationChart"/>
    <dgm:cxn modelId="{8C7FB525-3512-B047-A442-7C964BB1B612}" type="presOf" srcId="{E03197F8-A954-104D-8859-37535E2347D3}" destId="{D0DFF111-4D64-7E43-9C71-06D5DF5234EC}" srcOrd="1" destOrd="0" presId="urn:microsoft.com/office/officeart/2009/3/layout/HorizontalOrganizationChart"/>
    <dgm:cxn modelId="{9B8F5229-1301-1F49-930A-0BDA5EFCE846}" srcId="{665967ED-7660-7646-9F65-22F41675DC5D}" destId="{E03197F8-A954-104D-8859-37535E2347D3}" srcOrd="1" destOrd="0" parTransId="{A1D49C3D-EAD9-6F44-87F7-0B94E208B578}" sibTransId="{FAE1A06A-B5BA-4D4B-A39F-801C03F0D26F}"/>
    <dgm:cxn modelId="{0EF03D31-F27C-A146-A69C-41D57455E76F}" type="presOf" srcId="{FD351FAD-3D26-204F-9251-782B9D34B483}" destId="{C93DAE9F-6C4E-184A-9B48-485EA9C7E1E9}" srcOrd="1" destOrd="0" presId="urn:microsoft.com/office/officeart/2009/3/layout/HorizontalOrganizationChart"/>
    <dgm:cxn modelId="{82BB9445-2EC8-EE43-B041-D918227F0F93}" type="presOf" srcId="{01A6E675-4437-0842-9FFE-98968CDE83DD}" destId="{6112DB1C-C118-0B43-ACDA-8E1455AD3969}" srcOrd="0" destOrd="0" presId="urn:microsoft.com/office/officeart/2009/3/layout/HorizontalOrganizationChart"/>
    <dgm:cxn modelId="{87E80466-93BD-AD48-B6E1-E420F801909A}" type="presOf" srcId="{46A2D77B-18B3-5A40-AD10-687DEF4258FE}" destId="{18CAA2EF-C9A1-344A-9794-EBC1CB889BAE}" srcOrd="1" destOrd="0" presId="urn:microsoft.com/office/officeart/2009/3/layout/HorizontalOrganizationChart"/>
    <dgm:cxn modelId="{514E7047-08D7-5443-9DC4-C2541B827CD1}" type="presOf" srcId="{91A2010C-D88C-5A44-8B38-D491F6B485E6}" destId="{298EC018-59A7-BF46-BF2B-6E3A980967A2}" srcOrd="0" destOrd="0" presId="urn:microsoft.com/office/officeart/2009/3/layout/HorizontalOrganizationChart"/>
    <dgm:cxn modelId="{41175567-DD07-C642-85BC-0C571181A2B2}" srcId="{5214630F-C227-7F44-B375-37662C4DDA58}" destId="{BD875A84-568F-E747-99F9-4A559702C5AD}" srcOrd="0" destOrd="0" parTransId="{1FD07BD0-8E4D-B644-BA0A-9CC7FDD29F50}" sibTransId="{40C257C8-CFB4-A74A-A75D-0228AA3C7AA7}"/>
    <dgm:cxn modelId="{8436E868-E9F7-B34D-AF1E-F17DC9B7FFC4}" type="presOf" srcId="{A1D49C3D-EAD9-6F44-87F7-0B94E208B578}" destId="{E9896B4E-E859-094F-B4D5-F759A354AD6C}" srcOrd="0" destOrd="0" presId="urn:microsoft.com/office/officeart/2009/3/layout/HorizontalOrganizationChart"/>
    <dgm:cxn modelId="{681FE06B-EE18-4E45-8BEA-37DEBE06F21B}" srcId="{536557BE-5A85-254F-8E5E-6F6081921906}" destId="{5214630F-C227-7F44-B375-37662C4DDA58}" srcOrd="1" destOrd="0" parTransId="{BC965101-6F72-A74D-887D-EBECBB307799}" sibTransId="{AE09A996-88E4-ED4E-B79F-C6FBA44BC53F}"/>
    <dgm:cxn modelId="{26506A4D-5B52-9740-BB74-47FAD28B61D9}" srcId="{536557BE-5A85-254F-8E5E-6F6081921906}" destId="{FD351FAD-3D26-204F-9251-782B9D34B483}" srcOrd="2" destOrd="0" parTransId="{364F3E6C-A37F-194D-904D-176DBEE2DE67}" sibTransId="{52C05AA2-1467-134D-BDC2-DAB19FBF2524}"/>
    <dgm:cxn modelId="{54582E51-2B7F-B845-81A1-EE19077AB778}" type="presOf" srcId="{536557BE-5A85-254F-8E5E-6F6081921906}" destId="{968289BA-362A-FC42-8F46-8E6703C0E712}" srcOrd="1" destOrd="0" presId="urn:microsoft.com/office/officeart/2009/3/layout/HorizontalOrganizationChart"/>
    <dgm:cxn modelId="{964F2B78-0ACD-394D-A84F-DA6F04D05913}" type="presOf" srcId="{364F3E6C-A37F-194D-904D-176DBEE2DE67}" destId="{85649276-8EB5-DE47-81E1-3B32840FB2C7}" srcOrd="0" destOrd="0" presId="urn:microsoft.com/office/officeart/2009/3/layout/HorizontalOrganizationChart"/>
    <dgm:cxn modelId="{F3D2317E-104E-A140-A28B-62F63B39B494}" type="presOf" srcId="{5214630F-C227-7F44-B375-37662C4DDA58}" destId="{395ABF75-9B4F-AA48-B0F2-E7021ED6D387}" srcOrd="0" destOrd="0" presId="urn:microsoft.com/office/officeart/2009/3/layout/HorizontalOrganizationChart"/>
    <dgm:cxn modelId="{95868E84-D1F3-2848-8192-313483ACF2FA}" type="presOf" srcId="{54E33EA3-C294-B04D-A711-7DFA004AE725}" destId="{02C91179-B45A-4449-A716-80384F9715DF}" srcOrd="0" destOrd="0" presId="urn:microsoft.com/office/officeart/2009/3/layout/HorizontalOrganizationChart"/>
    <dgm:cxn modelId="{98C03F8D-41F5-9848-B78D-90AB9942547B}" type="presOf" srcId="{BD875A84-568F-E747-99F9-4A559702C5AD}" destId="{EB3FDE0F-E475-794E-B38C-70AFA406F828}" srcOrd="1" destOrd="0" presId="urn:microsoft.com/office/officeart/2009/3/layout/HorizontalOrganizationChart"/>
    <dgm:cxn modelId="{A90EAC92-116C-E645-95C4-689958ECD8D0}" type="presOf" srcId="{B21854DC-6FBB-B94F-A228-EAE34F75C8A4}" destId="{A1486D23-C76A-0543-8906-25EC70364ECE}" srcOrd="0" destOrd="0" presId="urn:microsoft.com/office/officeart/2009/3/layout/HorizontalOrganizationChart"/>
    <dgm:cxn modelId="{8FF4C897-25CC-3D46-B162-01B7DFD83A8D}" type="presOf" srcId="{673CF128-8129-B34E-AC52-69D0CBEE7D23}" destId="{861364E7-F8B4-054D-A9BD-E357418EF467}" srcOrd="0" destOrd="0" presId="urn:microsoft.com/office/officeart/2009/3/layout/HorizontalOrganizationChart"/>
    <dgm:cxn modelId="{3779AB9E-568F-2A4A-84E4-6781EC64876F}" type="presOf" srcId="{5214630F-C227-7F44-B375-37662C4DDA58}" destId="{98510274-37D5-3540-999C-A4E81149967C}" srcOrd="1" destOrd="0" presId="urn:microsoft.com/office/officeart/2009/3/layout/HorizontalOrganizationChart"/>
    <dgm:cxn modelId="{351F09AB-3B28-D149-8919-2D4F0A9A7EAC}" srcId="{536557BE-5A85-254F-8E5E-6F6081921906}" destId="{46A2D77B-18B3-5A40-AD10-687DEF4258FE}" srcOrd="0" destOrd="0" parTransId="{A6D7F95B-DB3F-5149-B8BB-3A08384A082E}" sibTransId="{DB625903-9F0E-5543-AFF5-561E27A5B25A}"/>
    <dgm:cxn modelId="{F6C919AD-4A2D-F04E-98D6-8EB056A395DE}" type="presOf" srcId="{B21854DC-6FBB-B94F-A228-EAE34F75C8A4}" destId="{EAD2AA8D-BE16-8E43-8582-4C131295A476}" srcOrd="1" destOrd="0" presId="urn:microsoft.com/office/officeart/2009/3/layout/HorizontalOrganizationChart"/>
    <dgm:cxn modelId="{7BD056AF-170E-C24A-8743-92E4D948BB68}" type="presOf" srcId="{673CF128-8129-B34E-AC52-69D0CBEE7D23}" destId="{68E4C4AC-D6F1-B24A-B4E5-DD483AA63EDC}" srcOrd="1" destOrd="0" presId="urn:microsoft.com/office/officeart/2009/3/layout/HorizontalOrganizationChart"/>
    <dgm:cxn modelId="{448CDEAF-9D29-6B4C-992A-339C7D540404}" type="presOf" srcId="{35DDB6F3-7DB6-0A43-8833-3ACDDB01FB00}" destId="{A8D4024C-6A3F-1B45-B522-BE3CF2BDC4C6}" srcOrd="0" destOrd="0" presId="urn:microsoft.com/office/officeart/2009/3/layout/HorizontalOrganizationChart"/>
    <dgm:cxn modelId="{238BF5C5-614F-0D44-B584-4B40D150B490}" type="presOf" srcId="{46A2D77B-18B3-5A40-AD10-687DEF4258FE}" destId="{E426C6F0-349A-3F4B-99AE-91020DE852CD}" srcOrd="0" destOrd="0" presId="urn:microsoft.com/office/officeart/2009/3/layout/HorizontalOrganizationChart"/>
    <dgm:cxn modelId="{BED566C6-1DBC-6F4A-AFED-2A3AFC5DE738}" type="presOf" srcId="{BD875A84-568F-E747-99F9-4A559702C5AD}" destId="{F61609CA-3B48-6848-BD8B-6337AD9FF478}" srcOrd="0" destOrd="0" presId="urn:microsoft.com/office/officeart/2009/3/layout/HorizontalOrganizationChart"/>
    <dgm:cxn modelId="{0731BDD8-F2D4-7D4E-929B-B13E30A8640C}" type="presOf" srcId="{54E33EA3-C294-B04D-A711-7DFA004AE725}" destId="{758AA68F-B666-734A-AFB9-57DC44BCB95E}" srcOrd="1" destOrd="0" presId="urn:microsoft.com/office/officeart/2009/3/layout/HorizontalOrganizationChart"/>
    <dgm:cxn modelId="{05AA94DC-7F98-B440-AE8A-A3509C2FC66F}" type="presOf" srcId="{1FD07BD0-8E4D-B644-BA0A-9CC7FDD29F50}" destId="{9817E974-6850-2F4C-946B-2114A3B377DC}" srcOrd="0" destOrd="0" presId="urn:microsoft.com/office/officeart/2009/3/layout/HorizontalOrganizationChart"/>
    <dgm:cxn modelId="{B1702ADE-1F7B-064B-BD3C-226C9CA46741}" type="presOf" srcId="{5EF6A78B-A3F8-3743-B867-3705481872BA}" destId="{716B4942-9F6E-D047-A744-8F5A781737BD}" srcOrd="0" destOrd="0" presId="urn:microsoft.com/office/officeart/2009/3/layout/HorizontalOrganizationChart"/>
    <dgm:cxn modelId="{59F57DDE-4A16-1943-BE0E-7368111C4082}" srcId="{46A2D77B-18B3-5A40-AD10-687DEF4258FE}" destId="{54E33EA3-C294-B04D-A711-7DFA004AE725}" srcOrd="0" destOrd="0" parTransId="{5EF6A78B-A3F8-3743-B867-3705481872BA}" sibTransId="{D57572BE-FEA9-104E-8A05-18BCACDC43F4}"/>
    <dgm:cxn modelId="{C1EC3BE1-70A4-B945-8139-16E33C6BEB1F}" type="presOf" srcId="{536557BE-5A85-254F-8E5E-6F6081921906}" destId="{99BC47DE-C9F0-8548-9F6D-147A1EF8A1EE}" srcOrd="0" destOrd="0" presId="urn:microsoft.com/office/officeart/2009/3/layout/HorizontalOrganizationChart"/>
    <dgm:cxn modelId="{49A62CE4-0F6D-1547-8ACC-763439E11467}" type="presOf" srcId="{665967ED-7660-7646-9F65-22F41675DC5D}" destId="{E4ADE821-AACA-A14F-91BA-6834A1648E72}" srcOrd="1" destOrd="0" presId="urn:microsoft.com/office/officeart/2009/3/layout/HorizontalOrganizationChart"/>
    <dgm:cxn modelId="{D5A6CDE8-9CC2-8746-B44F-57679E7A4C40}" srcId="{673CF128-8129-B34E-AC52-69D0CBEE7D23}" destId="{536557BE-5A85-254F-8E5E-6F6081921906}" srcOrd="1" destOrd="0" parTransId="{598DE515-5BC7-CC4A-896F-620BA279ABE3}" sibTransId="{E6FFA98D-37B9-9A48-BFAD-9A5BBD7BFB3E}"/>
    <dgm:cxn modelId="{7EDF7BEC-0F0D-7345-B338-7EDB64CED956}" type="presOf" srcId="{665967ED-7660-7646-9F65-22F41675DC5D}" destId="{52031D39-5E93-A744-9923-206793E19160}" srcOrd="0" destOrd="0" presId="urn:microsoft.com/office/officeart/2009/3/layout/HorizontalOrganizationChart"/>
    <dgm:cxn modelId="{4213E5EF-3937-5940-AEF4-82733F244B42}" type="presOf" srcId="{598DE515-5BC7-CC4A-896F-620BA279ABE3}" destId="{7AEE4A84-C1E3-1D40-9B3C-699CF3ADDD16}" srcOrd="0" destOrd="0" presId="urn:microsoft.com/office/officeart/2009/3/layout/HorizontalOrganizationChart"/>
    <dgm:cxn modelId="{8C815BF7-0405-634E-92CC-833B76665CDB}" srcId="{673CF128-8129-B34E-AC52-69D0CBEE7D23}" destId="{665967ED-7660-7646-9F65-22F41675DC5D}" srcOrd="0" destOrd="0" parTransId="{6C789A6C-5ED7-EF4B-988C-CE40C697D738}" sibTransId="{ACD65B97-9F83-824D-B30A-DEBAF1DDA0BA}"/>
    <dgm:cxn modelId="{E23B71F7-8348-534B-929B-CA68E770D405}" type="presOf" srcId="{E03197F8-A954-104D-8859-37535E2347D3}" destId="{D50A2720-7D75-A446-B860-8D2410A156B4}" srcOrd="0" destOrd="0" presId="urn:microsoft.com/office/officeart/2009/3/layout/HorizontalOrganizationChart"/>
    <dgm:cxn modelId="{0A5557FE-628B-FA4D-8E12-374513A7539D}" srcId="{665967ED-7660-7646-9F65-22F41675DC5D}" destId="{B21854DC-6FBB-B94F-A228-EAE34F75C8A4}" srcOrd="0" destOrd="0" parTransId="{659342CF-5B26-7145-B6E2-671648170E3D}" sibTransId="{612DEE26-38D5-E04A-8553-398C3F6ADE41}"/>
    <dgm:cxn modelId="{33DC99FF-B70E-E743-9C8E-5CAABBA41B4B}" type="presOf" srcId="{A6D7F95B-DB3F-5149-B8BB-3A08384A082E}" destId="{DE7447C4-B173-9A4C-810E-238524E125A0}" srcOrd="0" destOrd="0" presId="urn:microsoft.com/office/officeart/2009/3/layout/HorizontalOrganizationChart"/>
    <dgm:cxn modelId="{A9BF4740-E100-F64F-ADA5-2697CA399224}" type="presParOf" srcId="{298EC018-59A7-BF46-BF2B-6E3A980967A2}" destId="{872E36A1-2B40-9B4F-9EAE-9B7257A51261}" srcOrd="0" destOrd="0" presId="urn:microsoft.com/office/officeart/2009/3/layout/HorizontalOrganizationChart"/>
    <dgm:cxn modelId="{5AA11E5A-A54A-0340-84DC-E1249720DC37}" type="presParOf" srcId="{872E36A1-2B40-9B4F-9EAE-9B7257A51261}" destId="{4BCFBE0B-A6AA-6F45-AF22-F410754D1248}" srcOrd="0" destOrd="0" presId="urn:microsoft.com/office/officeart/2009/3/layout/HorizontalOrganizationChart"/>
    <dgm:cxn modelId="{DA78C13F-3FBB-F34A-823C-DEBA7A7D9833}" type="presParOf" srcId="{4BCFBE0B-A6AA-6F45-AF22-F410754D1248}" destId="{861364E7-F8B4-054D-A9BD-E357418EF467}" srcOrd="0" destOrd="0" presId="urn:microsoft.com/office/officeart/2009/3/layout/HorizontalOrganizationChart"/>
    <dgm:cxn modelId="{90B95A0D-E617-3F47-80F9-CF211732F554}" type="presParOf" srcId="{4BCFBE0B-A6AA-6F45-AF22-F410754D1248}" destId="{68E4C4AC-D6F1-B24A-B4E5-DD483AA63EDC}" srcOrd="1" destOrd="0" presId="urn:microsoft.com/office/officeart/2009/3/layout/HorizontalOrganizationChart"/>
    <dgm:cxn modelId="{43A29942-4060-5F45-A831-170400C1C733}" type="presParOf" srcId="{872E36A1-2B40-9B4F-9EAE-9B7257A51261}" destId="{12BDF7EC-A064-1142-A21B-AE37B5723E56}" srcOrd="1" destOrd="0" presId="urn:microsoft.com/office/officeart/2009/3/layout/HorizontalOrganizationChart"/>
    <dgm:cxn modelId="{5A4CA1D9-688F-5146-B6EA-2EA7FFD2642A}" type="presParOf" srcId="{872E36A1-2B40-9B4F-9EAE-9B7257A51261}" destId="{C3F6C076-77A2-0B4A-A837-1E7DC881F0F8}" srcOrd="2" destOrd="0" presId="urn:microsoft.com/office/officeart/2009/3/layout/HorizontalOrganizationChart"/>
    <dgm:cxn modelId="{3167E027-7DA9-9047-B343-4DC14F3C55A8}" type="presParOf" srcId="{C3F6C076-77A2-0B4A-A837-1E7DC881F0F8}" destId="{04F803F3-BE39-2747-8259-8B5B9F35B3C5}" srcOrd="0" destOrd="0" presId="urn:microsoft.com/office/officeart/2009/3/layout/HorizontalOrganizationChart"/>
    <dgm:cxn modelId="{F443CCAF-0A2B-BE45-9C63-4579F403C972}" type="presParOf" srcId="{C3F6C076-77A2-0B4A-A837-1E7DC881F0F8}" destId="{F1A01F1A-284B-FD48-9DB5-711644E8FAB5}" srcOrd="1" destOrd="0" presId="urn:microsoft.com/office/officeart/2009/3/layout/HorizontalOrganizationChart"/>
    <dgm:cxn modelId="{CEA198F0-262F-0040-898B-9665D8B32137}" type="presParOf" srcId="{F1A01F1A-284B-FD48-9DB5-711644E8FAB5}" destId="{60545EE9-F240-A048-B57E-CFF1F9F93110}" srcOrd="0" destOrd="0" presId="urn:microsoft.com/office/officeart/2009/3/layout/HorizontalOrganizationChart"/>
    <dgm:cxn modelId="{05770240-D183-E74A-91F6-0A3C8D3B44AC}" type="presParOf" srcId="{60545EE9-F240-A048-B57E-CFF1F9F93110}" destId="{52031D39-5E93-A744-9923-206793E19160}" srcOrd="0" destOrd="0" presId="urn:microsoft.com/office/officeart/2009/3/layout/HorizontalOrganizationChart"/>
    <dgm:cxn modelId="{76EDEE62-98E4-DA4E-A428-7A82BEED91F8}" type="presParOf" srcId="{60545EE9-F240-A048-B57E-CFF1F9F93110}" destId="{E4ADE821-AACA-A14F-91BA-6834A1648E72}" srcOrd="1" destOrd="0" presId="urn:microsoft.com/office/officeart/2009/3/layout/HorizontalOrganizationChart"/>
    <dgm:cxn modelId="{E3879B25-97DA-8E47-8234-C381D3E3A082}" type="presParOf" srcId="{F1A01F1A-284B-FD48-9DB5-711644E8FAB5}" destId="{227390A0-A7EE-E74E-A891-EF590DFCBBA1}" srcOrd="1" destOrd="0" presId="urn:microsoft.com/office/officeart/2009/3/layout/HorizontalOrganizationChart"/>
    <dgm:cxn modelId="{842879DF-6AC8-3F43-832E-9FC2379564D1}" type="presParOf" srcId="{227390A0-A7EE-E74E-A891-EF590DFCBBA1}" destId="{360C4883-2397-C44E-85C9-A9DDF16C4270}" srcOrd="0" destOrd="0" presId="urn:microsoft.com/office/officeart/2009/3/layout/HorizontalOrganizationChart"/>
    <dgm:cxn modelId="{925DCBB2-3819-9D4D-B95D-3B0D83522A03}" type="presParOf" srcId="{227390A0-A7EE-E74E-A891-EF590DFCBBA1}" destId="{D0FC53E2-AF08-F949-B83A-9D4D92D3A898}" srcOrd="1" destOrd="0" presId="urn:microsoft.com/office/officeart/2009/3/layout/HorizontalOrganizationChart"/>
    <dgm:cxn modelId="{CEB05AD7-782A-7B48-B263-F03DDFE8D6C7}" type="presParOf" srcId="{D0FC53E2-AF08-F949-B83A-9D4D92D3A898}" destId="{811C9CDD-782A-EB40-B137-47BBA33051DF}" srcOrd="0" destOrd="0" presId="urn:microsoft.com/office/officeart/2009/3/layout/HorizontalOrganizationChart"/>
    <dgm:cxn modelId="{62D3D0F9-7C60-FA47-9464-6DB609FA91DF}" type="presParOf" srcId="{811C9CDD-782A-EB40-B137-47BBA33051DF}" destId="{A1486D23-C76A-0543-8906-25EC70364ECE}" srcOrd="0" destOrd="0" presId="urn:microsoft.com/office/officeart/2009/3/layout/HorizontalOrganizationChart"/>
    <dgm:cxn modelId="{A31F7221-A23F-B746-8508-8F229DEF0710}" type="presParOf" srcId="{811C9CDD-782A-EB40-B137-47BBA33051DF}" destId="{EAD2AA8D-BE16-8E43-8582-4C131295A476}" srcOrd="1" destOrd="0" presId="urn:microsoft.com/office/officeart/2009/3/layout/HorizontalOrganizationChart"/>
    <dgm:cxn modelId="{2C4C2F6F-1F50-5245-BC4D-C4C689BEA97B}" type="presParOf" srcId="{D0FC53E2-AF08-F949-B83A-9D4D92D3A898}" destId="{BECD590D-018F-294A-BEB3-A36FA8CC860B}" srcOrd="1" destOrd="0" presId="urn:microsoft.com/office/officeart/2009/3/layout/HorizontalOrganizationChart"/>
    <dgm:cxn modelId="{0A43BD7F-9481-5F4C-94DA-B1879F475F97}" type="presParOf" srcId="{BECD590D-018F-294A-BEB3-A36FA8CC860B}" destId="{6112DB1C-C118-0B43-ACDA-8E1455AD3969}" srcOrd="0" destOrd="0" presId="urn:microsoft.com/office/officeart/2009/3/layout/HorizontalOrganizationChart"/>
    <dgm:cxn modelId="{38B3D2E3-89E2-2B45-8436-B1DB6E1131B8}" type="presParOf" srcId="{BECD590D-018F-294A-BEB3-A36FA8CC860B}" destId="{8C0106EF-9013-C449-9E73-3C738965D928}" srcOrd="1" destOrd="0" presId="urn:microsoft.com/office/officeart/2009/3/layout/HorizontalOrganizationChart"/>
    <dgm:cxn modelId="{E708BDF1-BD06-5940-B15B-0ADF7AF47B2E}" type="presParOf" srcId="{8C0106EF-9013-C449-9E73-3C738965D928}" destId="{DCEABA39-1EC5-5445-B180-9DAA54062D62}" srcOrd="0" destOrd="0" presId="urn:microsoft.com/office/officeart/2009/3/layout/HorizontalOrganizationChart"/>
    <dgm:cxn modelId="{956FA964-E973-1F46-B19E-0B47C80900B0}" type="presParOf" srcId="{DCEABA39-1EC5-5445-B180-9DAA54062D62}" destId="{A8D4024C-6A3F-1B45-B522-BE3CF2BDC4C6}" srcOrd="0" destOrd="0" presId="urn:microsoft.com/office/officeart/2009/3/layout/HorizontalOrganizationChart"/>
    <dgm:cxn modelId="{7639D79F-4910-9A4F-A2F7-651910DF2B65}" type="presParOf" srcId="{DCEABA39-1EC5-5445-B180-9DAA54062D62}" destId="{1CE094F2-C4B9-9540-9E4E-84D29D5DAD38}" srcOrd="1" destOrd="0" presId="urn:microsoft.com/office/officeart/2009/3/layout/HorizontalOrganizationChart"/>
    <dgm:cxn modelId="{7E28AD0F-644D-354D-B86F-6362F6D5ECE2}" type="presParOf" srcId="{8C0106EF-9013-C449-9E73-3C738965D928}" destId="{44A9F60A-5553-4142-A2C5-B502333B7FB6}" srcOrd="1" destOrd="0" presId="urn:microsoft.com/office/officeart/2009/3/layout/HorizontalOrganizationChart"/>
    <dgm:cxn modelId="{E09960F7-8F55-CA41-8B84-2A9AEEDB5D13}" type="presParOf" srcId="{8C0106EF-9013-C449-9E73-3C738965D928}" destId="{4F545C72-532E-074A-A0C7-9755C47E4D5C}" srcOrd="2" destOrd="0" presId="urn:microsoft.com/office/officeart/2009/3/layout/HorizontalOrganizationChart"/>
    <dgm:cxn modelId="{017EC651-0B1B-F54A-98C1-D63C5F0A4028}" type="presParOf" srcId="{D0FC53E2-AF08-F949-B83A-9D4D92D3A898}" destId="{82B8B53A-B77A-3F47-A535-3201432080C8}" srcOrd="2" destOrd="0" presId="urn:microsoft.com/office/officeart/2009/3/layout/HorizontalOrganizationChart"/>
    <dgm:cxn modelId="{57E8FCD8-A5F4-A443-9286-997E5042895C}" type="presParOf" srcId="{227390A0-A7EE-E74E-A891-EF590DFCBBA1}" destId="{E9896B4E-E859-094F-B4D5-F759A354AD6C}" srcOrd="2" destOrd="0" presId="urn:microsoft.com/office/officeart/2009/3/layout/HorizontalOrganizationChart"/>
    <dgm:cxn modelId="{57AB7ECA-C39D-D64E-97ED-8F91B6F88083}" type="presParOf" srcId="{227390A0-A7EE-E74E-A891-EF590DFCBBA1}" destId="{76E53F18-F262-0844-86BB-C314DD824173}" srcOrd="3" destOrd="0" presId="urn:microsoft.com/office/officeart/2009/3/layout/HorizontalOrganizationChart"/>
    <dgm:cxn modelId="{8EE666F7-27B5-B647-9C85-905A1980A2F2}" type="presParOf" srcId="{76E53F18-F262-0844-86BB-C314DD824173}" destId="{4C9D4128-638A-3640-82BB-5F960DCD785A}" srcOrd="0" destOrd="0" presId="urn:microsoft.com/office/officeart/2009/3/layout/HorizontalOrganizationChart"/>
    <dgm:cxn modelId="{1CE11F47-C679-C34C-A6C6-4B37578A3202}" type="presParOf" srcId="{4C9D4128-638A-3640-82BB-5F960DCD785A}" destId="{D50A2720-7D75-A446-B860-8D2410A156B4}" srcOrd="0" destOrd="0" presId="urn:microsoft.com/office/officeart/2009/3/layout/HorizontalOrganizationChart"/>
    <dgm:cxn modelId="{93E7657A-8490-E442-B495-527B866E4179}" type="presParOf" srcId="{4C9D4128-638A-3640-82BB-5F960DCD785A}" destId="{D0DFF111-4D64-7E43-9C71-06D5DF5234EC}" srcOrd="1" destOrd="0" presId="urn:microsoft.com/office/officeart/2009/3/layout/HorizontalOrganizationChart"/>
    <dgm:cxn modelId="{E4B8F722-CCBA-D34C-A406-1473C937FD84}" type="presParOf" srcId="{76E53F18-F262-0844-86BB-C314DD824173}" destId="{FFAF14A6-0666-BF4D-B02C-098C79D4AFCE}" srcOrd="1" destOrd="0" presId="urn:microsoft.com/office/officeart/2009/3/layout/HorizontalOrganizationChart"/>
    <dgm:cxn modelId="{A50744A8-49B5-C445-B29C-5B7E21E250B3}" type="presParOf" srcId="{76E53F18-F262-0844-86BB-C314DD824173}" destId="{9264E975-7540-B24F-ADD4-7D6171385555}" srcOrd="2" destOrd="0" presId="urn:microsoft.com/office/officeart/2009/3/layout/HorizontalOrganizationChart"/>
    <dgm:cxn modelId="{614FAC2C-08ED-C249-A4AC-5208557211B2}" type="presParOf" srcId="{F1A01F1A-284B-FD48-9DB5-711644E8FAB5}" destId="{7BDB3E57-508C-5941-A4E5-283F3D680461}" srcOrd="2" destOrd="0" presId="urn:microsoft.com/office/officeart/2009/3/layout/HorizontalOrganizationChart"/>
    <dgm:cxn modelId="{95A18D76-83C4-D34D-969D-70D7E4E15624}" type="presParOf" srcId="{C3F6C076-77A2-0B4A-A837-1E7DC881F0F8}" destId="{7AEE4A84-C1E3-1D40-9B3C-699CF3ADDD16}" srcOrd="2" destOrd="0" presId="urn:microsoft.com/office/officeart/2009/3/layout/HorizontalOrganizationChart"/>
    <dgm:cxn modelId="{9EAB4EEB-3F36-9747-925C-C32858299E60}" type="presParOf" srcId="{C3F6C076-77A2-0B4A-A837-1E7DC881F0F8}" destId="{B863F745-A276-524B-B83C-E557C1E19AE2}" srcOrd="3" destOrd="0" presId="urn:microsoft.com/office/officeart/2009/3/layout/HorizontalOrganizationChart"/>
    <dgm:cxn modelId="{FC0B50F7-7F33-5C42-8473-D1A2074A1447}" type="presParOf" srcId="{B863F745-A276-524B-B83C-E557C1E19AE2}" destId="{BBAD4B2C-A5C6-0F42-8B2E-C5B960F4E051}" srcOrd="0" destOrd="0" presId="urn:microsoft.com/office/officeart/2009/3/layout/HorizontalOrganizationChart"/>
    <dgm:cxn modelId="{3D4619D6-8E08-FF42-8686-2248141CFA4A}" type="presParOf" srcId="{BBAD4B2C-A5C6-0F42-8B2E-C5B960F4E051}" destId="{99BC47DE-C9F0-8548-9F6D-147A1EF8A1EE}" srcOrd="0" destOrd="0" presId="urn:microsoft.com/office/officeart/2009/3/layout/HorizontalOrganizationChart"/>
    <dgm:cxn modelId="{B2DF02B0-26F0-0A49-B184-F36CE49392FA}" type="presParOf" srcId="{BBAD4B2C-A5C6-0F42-8B2E-C5B960F4E051}" destId="{968289BA-362A-FC42-8F46-8E6703C0E712}" srcOrd="1" destOrd="0" presId="urn:microsoft.com/office/officeart/2009/3/layout/HorizontalOrganizationChart"/>
    <dgm:cxn modelId="{FD7F7875-E9B3-3A41-A31F-D7E5A53512E7}" type="presParOf" srcId="{B863F745-A276-524B-B83C-E557C1E19AE2}" destId="{1661203D-61B2-7643-AF6E-02B2FED1ED92}" srcOrd="1" destOrd="0" presId="urn:microsoft.com/office/officeart/2009/3/layout/HorizontalOrganizationChart"/>
    <dgm:cxn modelId="{6E80C06E-4A4C-3346-A68C-7323F6B0C684}" type="presParOf" srcId="{1661203D-61B2-7643-AF6E-02B2FED1ED92}" destId="{DE7447C4-B173-9A4C-810E-238524E125A0}" srcOrd="0" destOrd="0" presId="urn:microsoft.com/office/officeart/2009/3/layout/HorizontalOrganizationChart"/>
    <dgm:cxn modelId="{63A9FBD6-9E4B-3D46-98AD-0616BC252799}" type="presParOf" srcId="{1661203D-61B2-7643-AF6E-02B2FED1ED92}" destId="{1A983050-20E6-6F41-80A8-2392B4902DD2}" srcOrd="1" destOrd="0" presId="urn:microsoft.com/office/officeart/2009/3/layout/HorizontalOrganizationChart"/>
    <dgm:cxn modelId="{2110B377-2336-E547-AC38-452E18D9D9E1}" type="presParOf" srcId="{1A983050-20E6-6F41-80A8-2392B4902DD2}" destId="{9CEB310D-01B2-F040-9EA4-172F0A6794B7}" srcOrd="0" destOrd="0" presId="urn:microsoft.com/office/officeart/2009/3/layout/HorizontalOrganizationChart"/>
    <dgm:cxn modelId="{D798BD5E-0572-CD42-9216-5D011D537050}" type="presParOf" srcId="{9CEB310D-01B2-F040-9EA4-172F0A6794B7}" destId="{E426C6F0-349A-3F4B-99AE-91020DE852CD}" srcOrd="0" destOrd="0" presId="urn:microsoft.com/office/officeart/2009/3/layout/HorizontalOrganizationChart"/>
    <dgm:cxn modelId="{669B68FF-F07E-AA44-B7E5-0543492D2EF2}" type="presParOf" srcId="{9CEB310D-01B2-F040-9EA4-172F0A6794B7}" destId="{18CAA2EF-C9A1-344A-9794-EBC1CB889BAE}" srcOrd="1" destOrd="0" presId="urn:microsoft.com/office/officeart/2009/3/layout/HorizontalOrganizationChart"/>
    <dgm:cxn modelId="{A52D2496-5FB9-8940-9881-D2B9EC876C8F}" type="presParOf" srcId="{1A983050-20E6-6F41-80A8-2392B4902DD2}" destId="{9EE4AD75-C02F-9A45-A6F5-85891A647D1D}" srcOrd="1" destOrd="0" presId="urn:microsoft.com/office/officeart/2009/3/layout/HorizontalOrganizationChart"/>
    <dgm:cxn modelId="{5CD5966B-E018-6A4C-AA18-003AD9D0F007}" type="presParOf" srcId="{9EE4AD75-C02F-9A45-A6F5-85891A647D1D}" destId="{716B4942-9F6E-D047-A744-8F5A781737BD}" srcOrd="0" destOrd="0" presId="urn:microsoft.com/office/officeart/2009/3/layout/HorizontalOrganizationChart"/>
    <dgm:cxn modelId="{E89C7258-CE6F-E445-8AA2-D1A41BA98209}" type="presParOf" srcId="{9EE4AD75-C02F-9A45-A6F5-85891A647D1D}" destId="{C18292AD-907D-9F40-B1E2-F9A207A901CB}" srcOrd="1" destOrd="0" presId="urn:microsoft.com/office/officeart/2009/3/layout/HorizontalOrganizationChart"/>
    <dgm:cxn modelId="{3AE2A45C-7261-A54F-AEAA-332DD80C2C55}" type="presParOf" srcId="{C18292AD-907D-9F40-B1E2-F9A207A901CB}" destId="{867E5443-9F27-AA43-9B47-CE13D52E1EB7}" srcOrd="0" destOrd="0" presId="urn:microsoft.com/office/officeart/2009/3/layout/HorizontalOrganizationChart"/>
    <dgm:cxn modelId="{6A620137-5549-124E-84E0-E506710EE348}" type="presParOf" srcId="{867E5443-9F27-AA43-9B47-CE13D52E1EB7}" destId="{02C91179-B45A-4449-A716-80384F9715DF}" srcOrd="0" destOrd="0" presId="urn:microsoft.com/office/officeart/2009/3/layout/HorizontalOrganizationChart"/>
    <dgm:cxn modelId="{84D7CA46-5450-6D4E-9733-08D10FB210E2}" type="presParOf" srcId="{867E5443-9F27-AA43-9B47-CE13D52E1EB7}" destId="{758AA68F-B666-734A-AFB9-57DC44BCB95E}" srcOrd="1" destOrd="0" presId="urn:microsoft.com/office/officeart/2009/3/layout/HorizontalOrganizationChart"/>
    <dgm:cxn modelId="{B8E69DA2-0880-EB4F-8849-A148D6ED296C}" type="presParOf" srcId="{C18292AD-907D-9F40-B1E2-F9A207A901CB}" destId="{B4D791A1-C004-4843-8CB6-3F1060C5BC6A}" srcOrd="1" destOrd="0" presId="urn:microsoft.com/office/officeart/2009/3/layout/HorizontalOrganizationChart"/>
    <dgm:cxn modelId="{59AEC9BC-BFD1-2340-97D7-38C54C79BCBF}" type="presParOf" srcId="{C18292AD-907D-9F40-B1E2-F9A207A901CB}" destId="{38D637C9-6759-AF4B-8190-BB745326694F}" srcOrd="2" destOrd="0" presId="urn:microsoft.com/office/officeart/2009/3/layout/HorizontalOrganizationChart"/>
    <dgm:cxn modelId="{1D46E29B-8959-784E-A0A4-51CCC9C7C49B}" type="presParOf" srcId="{1A983050-20E6-6F41-80A8-2392B4902DD2}" destId="{1B035D45-1B83-C240-9676-69A5CE894679}" srcOrd="2" destOrd="0" presId="urn:microsoft.com/office/officeart/2009/3/layout/HorizontalOrganizationChart"/>
    <dgm:cxn modelId="{2800E0AA-2F50-5B43-B706-4AB54F7433B4}" type="presParOf" srcId="{1661203D-61B2-7643-AF6E-02B2FED1ED92}" destId="{067F6274-6F79-5D4C-8FA5-4FDFD825A953}" srcOrd="2" destOrd="0" presId="urn:microsoft.com/office/officeart/2009/3/layout/HorizontalOrganizationChart"/>
    <dgm:cxn modelId="{CFFD8CC0-A528-764D-B671-2A0B97247A5F}" type="presParOf" srcId="{1661203D-61B2-7643-AF6E-02B2FED1ED92}" destId="{B8169366-51D1-1A4F-BB42-9D7BE8223732}" srcOrd="3" destOrd="0" presId="urn:microsoft.com/office/officeart/2009/3/layout/HorizontalOrganizationChart"/>
    <dgm:cxn modelId="{B2F1C8FB-AE41-FF48-8A6A-E2059A8C45C4}" type="presParOf" srcId="{B8169366-51D1-1A4F-BB42-9D7BE8223732}" destId="{4CB47A03-63F4-BA4A-8617-C99DB89E3670}" srcOrd="0" destOrd="0" presId="urn:microsoft.com/office/officeart/2009/3/layout/HorizontalOrganizationChart"/>
    <dgm:cxn modelId="{B40DF87A-E0E9-8E4E-952F-CBF055252EDC}" type="presParOf" srcId="{4CB47A03-63F4-BA4A-8617-C99DB89E3670}" destId="{395ABF75-9B4F-AA48-B0F2-E7021ED6D387}" srcOrd="0" destOrd="0" presId="urn:microsoft.com/office/officeart/2009/3/layout/HorizontalOrganizationChart"/>
    <dgm:cxn modelId="{5CC61F65-637D-114D-A7D1-FB8B227F2E5D}" type="presParOf" srcId="{4CB47A03-63F4-BA4A-8617-C99DB89E3670}" destId="{98510274-37D5-3540-999C-A4E81149967C}" srcOrd="1" destOrd="0" presId="urn:microsoft.com/office/officeart/2009/3/layout/HorizontalOrganizationChart"/>
    <dgm:cxn modelId="{35517610-D568-0944-84E1-838DD2C77FED}" type="presParOf" srcId="{B8169366-51D1-1A4F-BB42-9D7BE8223732}" destId="{E03AFD84-873A-A541-939E-A191FC0D23E2}" srcOrd="1" destOrd="0" presId="urn:microsoft.com/office/officeart/2009/3/layout/HorizontalOrganizationChart"/>
    <dgm:cxn modelId="{05556B94-124A-0440-BECE-FE4B11A9EE3E}" type="presParOf" srcId="{E03AFD84-873A-A541-939E-A191FC0D23E2}" destId="{9817E974-6850-2F4C-946B-2114A3B377DC}" srcOrd="0" destOrd="0" presId="urn:microsoft.com/office/officeart/2009/3/layout/HorizontalOrganizationChart"/>
    <dgm:cxn modelId="{2376E220-C6D1-A34A-8BEB-B1C26AF66388}" type="presParOf" srcId="{E03AFD84-873A-A541-939E-A191FC0D23E2}" destId="{F327CA8C-D7E2-9548-8EBA-697D399FEA41}" srcOrd="1" destOrd="0" presId="urn:microsoft.com/office/officeart/2009/3/layout/HorizontalOrganizationChart"/>
    <dgm:cxn modelId="{047DBBB0-C770-B643-A7FD-FD0E8CBF181C}" type="presParOf" srcId="{F327CA8C-D7E2-9548-8EBA-697D399FEA41}" destId="{39CF1595-120D-9E46-9BFB-021C1A652AD4}" srcOrd="0" destOrd="0" presId="urn:microsoft.com/office/officeart/2009/3/layout/HorizontalOrganizationChart"/>
    <dgm:cxn modelId="{806242A7-47BF-0445-A32E-6F6643A9912C}" type="presParOf" srcId="{39CF1595-120D-9E46-9BFB-021C1A652AD4}" destId="{F61609CA-3B48-6848-BD8B-6337AD9FF478}" srcOrd="0" destOrd="0" presId="urn:microsoft.com/office/officeart/2009/3/layout/HorizontalOrganizationChart"/>
    <dgm:cxn modelId="{E70053E1-429C-2A4E-81E1-8494F2D77042}" type="presParOf" srcId="{39CF1595-120D-9E46-9BFB-021C1A652AD4}" destId="{EB3FDE0F-E475-794E-B38C-70AFA406F828}" srcOrd="1" destOrd="0" presId="urn:microsoft.com/office/officeart/2009/3/layout/HorizontalOrganizationChart"/>
    <dgm:cxn modelId="{20DBE18C-3489-6F44-9546-85D732D9B047}" type="presParOf" srcId="{F327CA8C-D7E2-9548-8EBA-697D399FEA41}" destId="{AE6D6E06-9091-6346-BC17-C1E8020A3112}" srcOrd="1" destOrd="0" presId="urn:microsoft.com/office/officeart/2009/3/layout/HorizontalOrganizationChart"/>
    <dgm:cxn modelId="{78400789-8F6B-3D4D-8699-CA82AE6B45DC}" type="presParOf" srcId="{F327CA8C-D7E2-9548-8EBA-697D399FEA41}" destId="{6E064C5D-6CD7-4D4F-B57E-95EEB7460983}" srcOrd="2" destOrd="0" presId="urn:microsoft.com/office/officeart/2009/3/layout/HorizontalOrganizationChart"/>
    <dgm:cxn modelId="{494F5A40-6CC1-794B-AF10-63B1610922E1}" type="presParOf" srcId="{B8169366-51D1-1A4F-BB42-9D7BE8223732}" destId="{2BC273EC-220D-A34A-BD13-0E89B71FB5BA}" srcOrd="2" destOrd="0" presId="urn:microsoft.com/office/officeart/2009/3/layout/HorizontalOrganizationChart"/>
    <dgm:cxn modelId="{CD213E7C-A8A9-694C-B324-E0D96CDF33BB}" type="presParOf" srcId="{1661203D-61B2-7643-AF6E-02B2FED1ED92}" destId="{85649276-8EB5-DE47-81E1-3B32840FB2C7}" srcOrd="4" destOrd="0" presId="urn:microsoft.com/office/officeart/2009/3/layout/HorizontalOrganizationChart"/>
    <dgm:cxn modelId="{5C424CA0-BECA-CA4C-8600-B9DEF266DE9D}" type="presParOf" srcId="{1661203D-61B2-7643-AF6E-02B2FED1ED92}" destId="{1C5D6E54-2E4C-5548-8338-842A59033499}" srcOrd="5" destOrd="0" presId="urn:microsoft.com/office/officeart/2009/3/layout/HorizontalOrganizationChart"/>
    <dgm:cxn modelId="{3A49C357-9A0D-244C-AE64-CE3A7B480387}" type="presParOf" srcId="{1C5D6E54-2E4C-5548-8338-842A59033499}" destId="{F05D190D-5014-4C41-84D5-B6DCDFB11A64}" srcOrd="0" destOrd="0" presId="urn:microsoft.com/office/officeart/2009/3/layout/HorizontalOrganizationChart"/>
    <dgm:cxn modelId="{53AA8861-FB22-AB44-9B2D-C119CFF8993D}" type="presParOf" srcId="{F05D190D-5014-4C41-84D5-B6DCDFB11A64}" destId="{FA49161C-4486-0447-95E2-6D28023F51C4}" srcOrd="0" destOrd="0" presId="urn:microsoft.com/office/officeart/2009/3/layout/HorizontalOrganizationChart"/>
    <dgm:cxn modelId="{B41FDB3C-1ACA-6449-8131-E790F45BFD2A}" type="presParOf" srcId="{F05D190D-5014-4C41-84D5-B6DCDFB11A64}" destId="{C93DAE9F-6C4E-184A-9B48-485EA9C7E1E9}" srcOrd="1" destOrd="0" presId="urn:microsoft.com/office/officeart/2009/3/layout/HorizontalOrganizationChart"/>
    <dgm:cxn modelId="{182247E6-560C-8343-8ECD-87EC923FB61C}" type="presParOf" srcId="{1C5D6E54-2E4C-5548-8338-842A59033499}" destId="{97EA625E-B893-A44E-A4D2-3EF413D34260}" srcOrd="1" destOrd="0" presId="urn:microsoft.com/office/officeart/2009/3/layout/HorizontalOrganizationChart"/>
    <dgm:cxn modelId="{0B864819-A321-5446-A262-C4E872BCA891}" type="presParOf" srcId="{1C5D6E54-2E4C-5548-8338-842A59033499}" destId="{DAFF840E-B9F5-3941-B6B5-65BDC3D478BC}" srcOrd="2" destOrd="0" presId="urn:microsoft.com/office/officeart/2009/3/layout/HorizontalOrganizationChart"/>
    <dgm:cxn modelId="{516329F4-844D-5F41-B508-D356AD91062C}" type="presParOf" srcId="{B863F745-A276-524B-B83C-E557C1E19AE2}" destId="{A99A0E68-C787-9C40-89C1-D3C923E97CA2}" srcOrd="2" destOrd="0" presId="urn:microsoft.com/office/officeart/2009/3/layout/HorizontalOrganizationChar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649276-8EB5-DE47-81E1-3B32840FB2C7}">
      <dsp:nvSpPr>
        <dsp:cNvPr id="0" name=""/>
        <dsp:cNvSpPr/>
      </dsp:nvSpPr>
      <dsp:spPr>
        <a:xfrm>
          <a:off x="8221416" y="5605407"/>
          <a:ext cx="1130523" cy="15096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79439" y="0"/>
              </a:lnTo>
              <a:lnTo>
                <a:pt x="779439" y="1509657"/>
              </a:lnTo>
              <a:lnTo>
                <a:pt x="1130523" y="1509657"/>
              </a:lnTo>
            </a:path>
          </a:pathLst>
        </a:custGeom>
        <a:noFill/>
        <a:ln w="1905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17E974-6850-2F4C-946B-2114A3B377DC}">
      <dsp:nvSpPr>
        <dsp:cNvPr id="0" name=""/>
        <dsp:cNvSpPr/>
      </dsp:nvSpPr>
      <dsp:spPr>
        <a:xfrm>
          <a:off x="12862771" y="5020570"/>
          <a:ext cx="77139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71395" y="45720"/>
              </a:lnTo>
            </a:path>
          </a:pathLst>
        </a:custGeom>
        <a:noFill/>
        <a:ln w="1905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7F6274-6F79-5D4C-8FA5-4FDFD825A953}">
      <dsp:nvSpPr>
        <dsp:cNvPr id="0" name=""/>
        <dsp:cNvSpPr/>
      </dsp:nvSpPr>
      <dsp:spPr>
        <a:xfrm>
          <a:off x="8221416" y="5066290"/>
          <a:ext cx="1130523" cy="539117"/>
        </a:xfrm>
        <a:custGeom>
          <a:avLst/>
          <a:gdLst/>
          <a:ahLst/>
          <a:cxnLst/>
          <a:rect l="0" t="0" r="0" b="0"/>
          <a:pathLst>
            <a:path>
              <a:moveTo>
                <a:pt x="0" y="539117"/>
              </a:moveTo>
              <a:lnTo>
                <a:pt x="779439" y="539117"/>
              </a:lnTo>
              <a:lnTo>
                <a:pt x="779439" y="0"/>
              </a:lnTo>
              <a:lnTo>
                <a:pt x="1130523" y="0"/>
              </a:lnTo>
            </a:path>
          </a:pathLst>
        </a:custGeom>
        <a:noFill/>
        <a:ln w="19050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6B4942-9F6E-D047-A744-8F5A781737BD}">
      <dsp:nvSpPr>
        <dsp:cNvPr id="0" name=""/>
        <dsp:cNvSpPr/>
      </dsp:nvSpPr>
      <dsp:spPr>
        <a:xfrm>
          <a:off x="12862771" y="3510912"/>
          <a:ext cx="77139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71395" y="45720"/>
              </a:lnTo>
            </a:path>
          </a:pathLst>
        </a:custGeom>
        <a:noFill/>
        <a:ln w="1905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7447C4-B173-9A4C-810E-238524E125A0}">
      <dsp:nvSpPr>
        <dsp:cNvPr id="0" name=""/>
        <dsp:cNvSpPr/>
      </dsp:nvSpPr>
      <dsp:spPr>
        <a:xfrm>
          <a:off x="8221416" y="3556632"/>
          <a:ext cx="1130523" cy="2048775"/>
        </a:xfrm>
        <a:custGeom>
          <a:avLst/>
          <a:gdLst/>
          <a:ahLst/>
          <a:cxnLst/>
          <a:rect l="0" t="0" r="0" b="0"/>
          <a:pathLst>
            <a:path>
              <a:moveTo>
                <a:pt x="0" y="2048775"/>
              </a:moveTo>
              <a:lnTo>
                <a:pt x="779439" y="2048775"/>
              </a:lnTo>
              <a:lnTo>
                <a:pt x="779439" y="0"/>
              </a:lnTo>
              <a:lnTo>
                <a:pt x="1130523" y="0"/>
              </a:lnTo>
            </a:path>
          </a:pathLst>
        </a:custGeom>
        <a:noFill/>
        <a:ln w="1905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EE4A84-C1E3-1D40-9B3C-699CF3ADDD16}">
      <dsp:nvSpPr>
        <dsp:cNvPr id="0" name=""/>
        <dsp:cNvSpPr/>
      </dsp:nvSpPr>
      <dsp:spPr>
        <a:xfrm>
          <a:off x="3510832" y="3138228"/>
          <a:ext cx="2955168" cy="19317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955168" y="0"/>
              </a:lnTo>
              <a:lnTo>
                <a:pt x="2955168" y="1931777"/>
              </a:lnTo>
            </a:path>
          </a:pathLst>
        </a:custGeom>
        <a:noFill/>
        <a:ln w="1905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896B4E-E859-094F-B4D5-F759A354AD6C}">
      <dsp:nvSpPr>
        <dsp:cNvPr id="0" name=""/>
        <dsp:cNvSpPr/>
      </dsp:nvSpPr>
      <dsp:spPr>
        <a:xfrm>
          <a:off x="8221416" y="1292145"/>
          <a:ext cx="1130523" cy="7548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79439" y="0"/>
              </a:lnTo>
              <a:lnTo>
                <a:pt x="779439" y="754828"/>
              </a:lnTo>
              <a:lnTo>
                <a:pt x="1130523" y="754828"/>
              </a:lnTo>
            </a:path>
          </a:pathLst>
        </a:custGeom>
        <a:noFill/>
        <a:ln w="1905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12DB1C-C118-0B43-ACDA-8E1455AD3969}">
      <dsp:nvSpPr>
        <dsp:cNvPr id="0" name=""/>
        <dsp:cNvSpPr/>
      </dsp:nvSpPr>
      <dsp:spPr>
        <a:xfrm>
          <a:off x="12862771" y="491596"/>
          <a:ext cx="77139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71395" y="45720"/>
              </a:lnTo>
            </a:path>
          </a:pathLst>
        </a:custGeom>
        <a:noFill/>
        <a:ln w="1905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0C4883-2397-C44E-85C9-A9DDF16C4270}">
      <dsp:nvSpPr>
        <dsp:cNvPr id="0" name=""/>
        <dsp:cNvSpPr/>
      </dsp:nvSpPr>
      <dsp:spPr>
        <a:xfrm>
          <a:off x="8221416" y="537316"/>
          <a:ext cx="1130523" cy="754828"/>
        </a:xfrm>
        <a:custGeom>
          <a:avLst/>
          <a:gdLst/>
          <a:ahLst/>
          <a:cxnLst/>
          <a:rect l="0" t="0" r="0" b="0"/>
          <a:pathLst>
            <a:path>
              <a:moveTo>
                <a:pt x="0" y="754828"/>
              </a:moveTo>
              <a:lnTo>
                <a:pt x="779439" y="754828"/>
              </a:lnTo>
              <a:lnTo>
                <a:pt x="779439" y="0"/>
              </a:lnTo>
              <a:lnTo>
                <a:pt x="1130523" y="0"/>
              </a:lnTo>
            </a:path>
          </a:pathLst>
        </a:custGeom>
        <a:noFill/>
        <a:ln w="1905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F803F3-BE39-2747-8259-8B5B9F35B3C5}">
      <dsp:nvSpPr>
        <dsp:cNvPr id="0" name=""/>
        <dsp:cNvSpPr/>
      </dsp:nvSpPr>
      <dsp:spPr>
        <a:xfrm>
          <a:off x="3510832" y="1827547"/>
          <a:ext cx="2955168" cy="1310681"/>
        </a:xfrm>
        <a:custGeom>
          <a:avLst/>
          <a:gdLst/>
          <a:ahLst/>
          <a:cxnLst/>
          <a:rect l="0" t="0" r="0" b="0"/>
          <a:pathLst>
            <a:path>
              <a:moveTo>
                <a:pt x="0" y="1310681"/>
              </a:moveTo>
              <a:lnTo>
                <a:pt x="2955168" y="1310681"/>
              </a:lnTo>
              <a:lnTo>
                <a:pt x="2955168" y="0"/>
              </a:lnTo>
            </a:path>
          </a:pathLst>
        </a:custGeom>
        <a:noFill/>
        <a:ln w="1905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1364E7-F8B4-054D-A9BD-E357418EF467}">
      <dsp:nvSpPr>
        <dsp:cNvPr id="0" name=""/>
        <dsp:cNvSpPr/>
      </dsp:nvSpPr>
      <dsp:spPr>
        <a:xfrm>
          <a:off x="0" y="2602826"/>
          <a:ext cx="3510832" cy="1070803"/>
        </a:xfrm>
        <a:prstGeom prst="rect">
          <a:avLst/>
        </a:prstGeom>
        <a:solidFill>
          <a:srgbClr val="EDF5FF"/>
        </a:solidFill>
        <a:ln w="19050" cap="flat" cmpd="sng" algn="ctr">
          <a:solidFill>
            <a:schemeClr val="accent1">
              <a:alpha val="39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15240" rIns="15240" bIns="152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>
              <a:solidFill>
                <a:schemeClr val="tx1"/>
              </a:solidFill>
              <a:latin typeface="Arial" panose="020B0604020202020204" pitchFamily="34" charset="0"/>
            </a:rPr>
            <a:t>Primary text</a:t>
          </a:r>
        </a:p>
      </dsp:txBody>
      <dsp:txXfrm>
        <a:off x="0" y="2602826"/>
        <a:ext cx="3510832" cy="1070803"/>
      </dsp:txXfrm>
    </dsp:sp>
    <dsp:sp modelId="{52031D39-5E93-A744-9923-206793E19160}">
      <dsp:nvSpPr>
        <dsp:cNvPr id="0" name=""/>
        <dsp:cNvSpPr/>
      </dsp:nvSpPr>
      <dsp:spPr>
        <a:xfrm>
          <a:off x="4710584" y="756743"/>
          <a:ext cx="3510832" cy="1070803"/>
        </a:xfrm>
        <a:prstGeom prst="rect">
          <a:avLst/>
        </a:prstGeom>
        <a:solidFill>
          <a:srgbClr val="F4F4F4"/>
        </a:solidFill>
        <a:ln w="19050" cap="flat" cmpd="sng" algn="ctr">
          <a:solidFill>
            <a:srgbClr val="8D8D8D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15240" rIns="15240" bIns="152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>
              <a:solidFill>
                <a:schemeClr val="tx1"/>
              </a:solidFill>
              <a:latin typeface="Arial" panose="020B0604020202020204" pitchFamily="34" charset="0"/>
            </a:rPr>
            <a:t>Primary text</a:t>
          </a:r>
        </a:p>
      </dsp:txBody>
      <dsp:txXfrm>
        <a:off x="4710584" y="756743"/>
        <a:ext cx="3510832" cy="1070803"/>
      </dsp:txXfrm>
    </dsp:sp>
    <dsp:sp modelId="{A1486D23-C76A-0543-8906-25EC70364ECE}">
      <dsp:nvSpPr>
        <dsp:cNvPr id="0" name=""/>
        <dsp:cNvSpPr/>
      </dsp:nvSpPr>
      <dsp:spPr>
        <a:xfrm>
          <a:off x="9351939" y="1915"/>
          <a:ext cx="3510832" cy="1070803"/>
        </a:xfrm>
        <a:prstGeom prst="rect">
          <a:avLst/>
        </a:prstGeom>
        <a:solidFill>
          <a:srgbClr val="F4F4F4"/>
        </a:solidFill>
        <a:ln w="19050" cap="flat" cmpd="sng" algn="ctr">
          <a:solidFill>
            <a:srgbClr val="8D8D8D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15240" rIns="15240" bIns="152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solidFill>
                <a:schemeClr val="tx1"/>
              </a:solidFill>
              <a:latin typeface="Arial" panose="020B0604020202020204" pitchFamily="34" charset="0"/>
            </a:rPr>
            <a:t>[Text]</a:t>
          </a:r>
        </a:p>
      </dsp:txBody>
      <dsp:txXfrm>
        <a:off x="9351939" y="1915"/>
        <a:ext cx="3510832" cy="1070803"/>
      </dsp:txXfrm>
    </dsp:sp>
    <dsp:sp modelId="{A8D4024C-6A3F-1B45-B522-BE3CF2BDC4C6}">
      <dsp:nvSpPr>
        <dsp:cNvPr id="0" name=""/>
        <dsp:cNvSpPr/>
      </dsp:nvSpPr>
      <dsp:spPr>
        <a:xfrm>
          <a:off x="13634166" y="1915"/>
          <a:ext cx="3510832" cy="1070803"/>
        </a:xfrm>
        <a:prstGeom prst="rect">
          <a:avLst/>
        </a:prstGeom>
        <a:solidFill>
          <a:srgbClr val="F4F4F4"/>
        </a:solidFill>
        <a:ln w="19050" cap="flat" cmpd="sng" algn="ctr">
          <a:solidFill>
            <a:srgbClr val="8D8D8D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15240" rIns="15240" bIns="152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ts val="200"/>
            </a:spcAft>
            <a:buNone/>
          </a:pPr>
          <a:r>
            <a:rPr lang="en-US" sz="2400" b="1" i="0" kern="1200" dirty="0">
              <a:solidFill>
                <a:schemeClr val="tx1"/>
              </a:solidFill>
              <a:latin typeface="Arial" panose="020B0604020202020204" pitchFamily="34" charset="0"/>
            </a:rPr>
            <a:t>Primary text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ts val="200"/>
            </a:spcAft>
            <a:buNone/>
          </a:pPr>
          <a:r>
            <a:rPr lang="en-US" sz="2400" b="0" i="0" kern="1200" dirty="0">
              <a:solidFill>
                <a:schemeClr val="tx1"/>
              </a:solidFill>
              <a:latin typeface="Arial" panose="020B0604020202020204" pitchFamily="34" charset="0"/>
            </a:rPr>
            <a:t>Secondary text</a:t>
          </a:r>
        </a:p>
      </dsp:txBody>
      <dsp:txXfrm>
        <a:off x="13634166" y="1915"/>
        <a:ext cx="3510832" cy="1070803"/>
      </dsp:txXfrm>
    </dsp:sp>
    <dsp:sp modelId="{D50A2720-7D75-A446-B860-8D2410A156B4}">
      <dsp:nvSpPr>
        <dsp:cNvPr id="0" name=""/>
        <dsp:cNvSpPr/>
      </dsp:nvSpPr>
      <dsp:spPr>
        <a:xfrm>
          <a:off x="9351939" y="1511572"/>
          <a:ext cx="3510832" cy="1070803"/>
        </a:xfrm>
        <a:prstGeom prst="rect">
          <a:avLst/>
        </a:prstGeom>
        <a:solidFill>
          <a:srgbClr val="F4F4F4"/>
        </a:solidFill>
        <a:ln w="19050" cap="flat" cmpd="sng" algn="ctr">
          <a:solidFill>
            <a:srgbClr val="8D8D8D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15240" rIns="15240" bIns="152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>
              <a:solidFill>
                <a:schemeClr val="tx1"/>
              </a:solidFill>
              <a:latin typeface="Arial" panose="020B0604020202020204" pitchFamily="34" charset="0"/>
            </a:rPr>
            <a:t>Primary text</a:t>
          </a:r>
        </a:p>
      </dsp:txBody>
      <dsp:txXfrm>
        <a:off x="9351939" y="1511572"/>
        <a:ext cx="3510832" cy="1070803"/>
      </dsp:txXfrm>
    </dsp:sp>
    <dsp:sp modelId="{99BC47DE-C9F0-8548-9F6D-147A1EF8A1EE}">
      <dsp:nvSpPr>
        <dsp:cNvPr id="0" name=""/>
        <dsp:cNvSpPr/>
      </dsp:nvSpPr>
      <dsp:spPr>
        <a:xfrm>
          <a:off x="4710584" y="5070005"/>
          <a:ext cx="3510832" cy="1070803"/>
        </a:xfrm>
        <a:prstGeom prst="rect">
          <a:avLst/>
        </a:prstGeom>
        <a:solidFill>
          <a:srgbClr val="F4F4F4"/>
        </a:solidFill>
        <a:ln w="19050" cap="flat" cmpd="sng" algn="ctr">
          <a:solidFill>
            <a:srgbClr val="8D8D8D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15240" rIns="15240" bIns="152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>
              <a:solidFill>
                <a:schemeClr val="tx1"/>
              </a:solidFill>
              <a:latin typeface="Arial" panose="020B0604020202020204" pitchFamily="34" charset="0"/>
            </a:rPr>
            <a:t>Primary text</a:t>
          </a:r>
        </a:p>
      </dsp:txBody>
      <dsp:txXfrm>
        <a:off x="4710584" y="5070005"/>
        <a:ext cx="3510832" cy="1070803"/>
      </dsp:txXfrm>
    </dsp:sp>
    <dsp:sp modelId="{E426C6F0-349A-3F4B-99AE-91020DE852CD}">
      <dsp:nvSpPr>
        <dsp:cNvPr id="0" name=""/>
        <dsp:cNvSpPr/>
      </dsp:nvSpPr>
      <dsp:spPr>
        <a:xfrm>
          <a:off x="9351939" y="3021230"/>
          <a:ext cx="3510832" cy="1070803"/>
        </a:xfrm>
        <a:prstGeom prst="rect">
          <a:avLst/>
        </a:prstGeom>
        <a:solidFill>
          <a:srgbClr val="F4F4F4"/>
        </a:solidFill>
        <a:ln w="19050" cap="flat" cmpd="sng" algn="ctr">
          <a:solidFill>
            <a:srgbClr val="8D8D8D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15240" rIns="15240" bIns="152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>
              <a:solidFill>
                <a:schemeClr val="tx1"/>
              </a:solidFill>
              <a:latin typeface="Arial" panose="020B0604020202020204" pitchFamily="34" charset="0"/>
            </a:rPr>
            <a:t>Primary text</a:t>
          </a:r>
        </a:p>
      </dsp:txBody>
      <dsp:txXfrm>
        <a:off x="9351939" y="3021230"/>
        <a:ext cx="3510832" cy="1070803"/>
      </dsp:txXfrm>
    </dsp:sp>
    <dsp:sp modelId="{02C91179-B45A-4449-A716-80384F9715DF}">
      <dsp:nvSpPr>
        <dsp:cNvPr id="0" name=""/>
        <dsp:cNvSpPr/>
      </dsp:nvSpPr>
      <dsp:spPr>
        <a:xfrm>
          <a:off x="13634166" y="3021230"/>
          <a:ext cx="3510832" cy="1070803"/>
        </a:xfrm>
        <a:prstGeom prst="rect">
          <a:avLst/>
        </a:prstGeom>
        <a:solidFill>
          <a:srgbClr val="F4F4F4"/>
        </a:solidFill>
        <a:ln w="19050" cap="flat" cmpd="sng" algn="ctr">
          <a:solidFill>
            <a:srgbClr val="8D8D8D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15240" rIns="15240" bIns="152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>
              <a:solidFill>
                <a:schemeClr val="tx1"/>
              </a:solidFill>
              <a:latin typeface="Arial" panose="020B0604020202020204" pitchFamily="34" charset="0"/>
            </a:rPr>
            <a:t>Primary text</a:t>
          </a:r>
        </a:p>
      </dsp:txBody>
      <dsp:txXfrm>
        <a:off x="13634166" y="3021230"/>
        <a:ext cx="3510832" cy="1070803"/>
      </dsp:txXfrm>
    </dsp:sp>
    <dsp:sp modelId="{395ABF75-9B4F-AA48-B0F2-E7021ED6D387}">
      <dsp:nvSpPr>
        <dsp:cNvPr id="0" name=""/>
        <dsp:cNvSpPr/>
      </dsp:nvSpPr>
      <dsp:spPr>
        <a:xfrm>
          <a:off x="9351939" y="4530888"/>
          <a:ext cx="3510832" cy="1070803"/>
        </a:xfrm>
        <a:prstGeom prst="rect">
          <a:avLst/>
        </a:prstGeom>
        <a:solidFill>
          <a:srgbClr val="F4F4F4"/>
        </a:solidFill>
        <a:ln w="19050" cap="flat" cmpd="sng" algn="ctr">
          <a:solidFill>
            <a:srgbClr val="8D8D8D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15240" rIns="15240" bIns="152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ts val="200"/>
            </a:spcAft>
            <a:buNone/>
          </a:pPr>
          <a:r>
            <a:rPr lang="en-US" sz="2400" b="1" i="0" kern="1200" dirty="0">
              <a:solidFill>
                <a:schemeClr val="tx1"/>
              </a:solidFill>
              <a:latin typeface="Arial" panose="020B0604020202020204" pitchFamily="34" charset="0"/>
            </a:rPr>
            <a:t>Primary text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ts val="200"/>
            </a:spcAft>
            <a:buNone/>
          </a:pPr>
          <a:r>
            <a:rPr lang="en-US" sz="2400" b="0" i="0" kern="1200" dirty="0">
              <a:solidFill>
                <a:schemeClr val="tx1"/>
              </a:solidFill>
              <a:latin typeface="Arial" panose="020B0604020202020204" pitchFamily="34" charset="0"/>
            </a:rPr>
            <a:t>Secondary text</a:t>
          </a:r>
        </a:p>
      </dsp:txBody>
      <dsp:txXfrm>
        <a:off x="9351939" y="4530888"/>
        <a:ext cx="3510832" cy="1070803"/>
      </dsp:txXfrm>
    </dsp:sp>
    <dsp:sp modelId="{F61609CA-3B48-6848-BD8B-6337AD9FF478}">
      <dsp:nvSpPr>
        <dsp:cNvPr id="0" name=""/>
        <dsp:cNvSpPr/>
      </dsp:nvSpPr>
      <dsp:spPr>
        <a:xfrm>
          <a:off x="13634166" y="4530888"/>
          <a:ext cx="3510832" cy="1070803"/>
        </a:xfrm>
        <a:prstGeom prst="rect">
          <a:avLst/>
        </a:prstGeom>
        <a:solidFill>
          <a:srgbClr val="F4F4F4"/>
        </a:solidFill>
        <a:ln w="19050" cap="flat" cmpd="sng" algn="ctr">
          <a:solidFill>
            <a:srgbClr val="8D8D8D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15240" rIns="15240" bIns="152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>
              <a:solidFill>
                <a:schemeClr val="tx1"/>
              </a:solidFill>
              <a:latin typeface="Arial" panose="020B0604020202020204" pitchFamily="34" charset="0"/>
            </a:rPr>
            <a:t>Primary text</a:t>
          </a:r>
        </a:p>
      </dsp:txBody>
      <dsp:txXfrm>
        <a:off x="13634166" y="4530888"/>
        <a:ext cx="3510832" cy="1070803"/>
      </dsp:txXfrm>
    </dsp:sp>
    <dsp:sp modelId="{FA49161C-4486-0447-95E2-6D28023F51C4}">
      <dsp:nvSpPr>
        <dsp:cNvPr id="0" name=""/>
        <dsp:cNvSpPr/>
      </dsp:nvSpPr>
      <dsp:spPr>
        <a:xfrm>
          <a:off x="9351939" y="6040546"/>
          <a:ext cx="3510832" cy="2149038"/>
        </a:xfrm>
        <a:prstGeom prst="rect">
          <a:avLst/>
        </a:prstGeom>
        <a:solidFill>
          <a:srgbClr val="F4F4F4"/>
        </a:solidFill>
        <a:ln w="19050" cap="flat" cmpd="sng" algn="ctr">
          <a:solidFill>
            <a:srgbClr val="8D8D8D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ts val="200"/>
            </a:spcAft>
            <a:buNone/>
          </a:pPr>
          <a:r>
            <a:rPr lang="en-US" sz="2400" b="1" i="0" kern="1200" dirty="0">
              <a:solidFill>
                <a:schemeClr val="tx1"/>
              </a:solidFill>
              <a:latin typeface="Arial" panose="020B0604020202020204" pitchFamily="34" charset="0"/>
            </a:rPr>
            <a:t>Primary text on more than two lines makes the text box larger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ts val="200"/>
            </a:spcAft>
            <a:buNone/>
          </a:pPr>
          <a:r>
            <a:rPr lang="en-US" sz="2400" b="0" i="0" kern="1200" dirty="0">
              <a:solidFill>
                <a:schemeClr val="tx1"/>
              </a:solidFill>
              <a:latin typeface="Arial" panose="020B0604020202020204" pitchFamily="34" charset="0"/>
            </a:rPr>
            <a:t>Secondary text</a:t>
          </a:r>
        </a:p>
      </dsp:txBody>
      <dsp:txXfrm>
        <a:off x="9351939" y="6040546"/>
        <a:ext cx="3510832" cy="21490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Arial" panose="020B0604020202020204" pitchFamily="34" charset="0"/>
              <a:ea typeface="IBM Plex Sans Light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710" y="228600"/>
            <a:ext cx="6419088" cy="361232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1945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2438522" rtl="0" eaLnBrk="1" latinLnBrk="0" hangingPunct="1">
      <a:lnSpc>
        <a:spcPct val="110000"/>
      </a:lnSpc>
      <a:spcBef>
        <a:spcPts val="0"/>
      </a:spcBef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465690" indent="-452991" algn="l" defTabSz="2438522" rtl="0" eaLnBrk="1" latinLnBrk="0" hangingPunct="1">
      <a:lnSpc>
        <a:spcPct val="110000"/>
      </a:lnSpc>
      <a:spcBef>
        <a:spcPts val="0"/>
      </a:spcBef>
      <a:buFont typeface="Arial"/>
      <a:buChar char="–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926638" indent="-463319" algn="l" defTabSz="2438522" rtl="0" eaLnBrk="1" latinLnBrk="0" hangingPunct="1">
      <a:lnSpc>
        <a:spcPct val="110000"/>
      </a:lnSpc>
      <a:spcBef>
        <a:spcPts val="0"/>
      </a:spcBef>
      <a:buFont typeface="Arial" panose="020B0604020202020204" pitchFamily="34" charset="0"/>
      <a:buChar char="•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1682580" indent="-463319" algn="l" defTabSz="2438522" rtl="0" eaLnBrk="1" latinLnBrk="0" hangingPunct="1">
      <a:lnSpc>
        <a:spcPct val="110000"/>
      </a:lnSpc>
      <a:spcBef>
        <a:spcPts val="0"/>
      </a:spcBef>
      <a:buFont typeface="Arial"/>
      <a:buChar char="–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465690" marR="0" indent="-452991" algn="l" defTabSz="2438522" rtl="0" eaLnBrk="1" fontAlgn="base" latinLnBrk="0" hangingPunct="1">
      <a:lnSpc>
        <a:spcPct val="100000"/>
      </a:lnSpc>
      <a:spcBef>
        <a:spcPts val="1600"/>
      </a:spcBef>
      <a:spcAft>
        <a:spcPct val="0"/>
      </a:spcAft>
      <a:buClr>
        <a:srgbClr val="000000"/>
      </a:buClr>
      <a:buSzTx/>
      <a:buFont typeface="Arial" charset="-120"/>
      <a:buChar char="»"/>
      <a:tabLst/>
      <a:defRPr sz="2000" b="0" i="0" kern="1200">
        <a:solidFill>
          <a:schemeClr val="bg1"/>
        </a:solidFill>
        <a:latin typeface="Arial" panose="020B0503050203000203" pitchFamily="34" charset="0"/>
        <a:ea typeface="+mn-ea"/>
        <a:cs typeface="+mn-cs"/>
      </a:defRPr>
    </a:lvl5pPr>
    <a:lvl6pPr marL="6096305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520031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213232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92088" y="228600"/>
            <a:ext cx="6473825" cy="36417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75914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9024042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930823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7139905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623346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7170286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5221386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0511096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0931608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042159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3947742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3368932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4784612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15527469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41206947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41267125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659758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69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4646763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88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302967152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52003150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1"/>
            <a:ext cx="24387175" cy="121951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045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09935B61-CCB4-2F0F-6720-2DE3FDE1A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F3BE6BB-D7C0-3C9B-44F9-5D564E48D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951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Blue 10 full slide background 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-1"/>
            <a:ext cx="24387175" cy="12195175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7" name="Picture 6" descr="IBM 8-bar logo">
            <a:extLst>
              <a:ext uri="{FF2B5EF4-FFF2-40B4-BE49-F238E27FC236}">
                <a16:creationId xmlns:a16="http://schemas.microsoft.com/office/drawing/2014/main" id="{B4B109D8-FCAE-74D0-0B39-85BF626C84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9FACBA3-656A-1C9D-A350-7759736DCC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045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A47F09F-F9D8-7B01-E53E-EE9451C6A6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8FFB679-F0FF-1DD1-8243-9D4ADEF38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67043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4F73B63-FCC7-DAFC-5E97-E0D29B2DBF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1EEBBCD-6628-78CD-1209-20B2834A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87865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0468" y="12479147"/>
            <a:ext cx="11038445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81A5AEF9-6465-6773-9724-1305F82453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0F40089-D6C5-B905-B7FE-24BFF3580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17495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71499"/>
            <a:ext cx="11043132" cy="12578663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5C99EA1F-50F2-8D44-9784-4C9D555553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2CE22-4A72-C394-2534-3F9CEE59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61400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576072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0825"/>
            <a:ext cx="10099675" cy="9147175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0A3BE97F-BB78-DA67-3A9B-B2FBFA0DFC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Picture Placeholder 6" descr="Place imagery here">
            <a:extLst>
              <a:ext uri="{FF2B5EF4-FFF2-40B4-BE49-F238E27FC236}">
                <a16:creationId xmlns:a16="http://schemas.microsoft.com/office/drawing/2014/main" id="{54AE768F-E6B1-F789-5E61-E59B3DBA77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69913"/>
            <a:ext cx="11043132" cy="12580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33402093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4942078" cy="421005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6675" y="574675"/>
            <a:ext cx="4953000" cy="11617318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62676" y="574675"/>
            <a:ext cx="4941888" cy="11620500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30394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6491" cy="2663825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F412B5-726F-373A-86F7-2FBA60F1401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E2B1415-A9D9-645B-4DF0-7D16976DF7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83910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4" y="301625"/>
            <a:ext cx="17141825" cy="8832850"/>
          </a:xfrm>
        </p:spPr>
        <p:txBody>
          <a:bodyPr/>
          <a:lstStyle>
            <a:lvl1pPr>
              <a:defRPr sz="16800" b="0" i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98A3D4B-A3E1-0D38-F80E-1D86FCFA4DA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CF46425-C9F2-46CE-AAEE-89D8A19E0F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80837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9909175" cy="420967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7252" y="384048"/>
            <a:ext cx="11042073" cy="87784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 marL="585216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2pPr>
            <a:lvl3pPr marL="1097280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3pPr>
            <a:lvl4pPr marL="1755648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0FC8337-4A61-6950-CEE5-DDB270D1074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8F57643-D39B-662E-5D14-6D9BFA200F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0607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49EB6B2-A4A6-F162-D0FE-417694FC70F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434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DAC6A96-E5C9-E8BD-2383-9261674409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CC16BE-B09A-0C84-8A0B-5FE3F85FB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1025" y="311735"/>
            <a:ext cx="14649450" cy="10356265"/>
          </a:xfrm>
        </p:spPr>
        <p:txBody>
          <a:bodyPr/>
          <a:lstStyle>
            <a:lvl1pPr>
              <a:lnSpc>
                <a:spcPct val="100000"/>
              </a:lnSpc>
              <a:defRPr sz="84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160319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576072"/>
            <a:ext cx="7623175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9994" y="9628222"/>
            <a:ext cx="11050588" cy="3353065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3587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2"/>
            <a:ext cx="7620000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67422" y="9628222"/>
            <a:ext cx="11049000" cy="3354293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1A64AF3-E67B-E80B-A5D3-6B3533C87F9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8C4F134-9B5D-407C-F525-B2FC25B7B5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47819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63093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7"/>
            <a:ext cx="4951413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68263" y="359806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2334654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59500" y="362979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333067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70675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6FFD0-F317-D3D7-DE9D-AA1F4AB27EE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99D670E-69CE-BB86-FB88-291343BDEE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36805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6594475"/>
            <a:ext cx="11045952" cy="534009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1025" y="307086"/>
            <a:ext cx="4949825" cy="533558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307086"/>
            <a:ext cx="11049000" cy="53355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7850" y="6097732"/>
            <a:ext cx="232346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1025" y="6594475"/>
            <a:ext cx="4946904" cy="534009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ABB71-218D-3F6E-E3F7-5348FD395D2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77BD92D-3A6C-2396-61D4-51D7CC5B1C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76443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4048"/>
            <a:ext cx="4951413" cy="2859087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2897"/>
            <a:ext cx="7620000" cy="2859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57517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0" y="4957821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5125969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914082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7501" y="9526645"/>
            <a:ext cx="4951411" cy="2668530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9670409"/>
            <a:ext cx="7620000" cy="25247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5C3AC-E4B9-F837-204B-FF01953D40B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2119C11-B0BD-168C-0C07-D70B259D390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1160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576072"/>
            <a:ext cx="4942078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30AE7-F6A6-A339-0B24-876A9554C9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A616C3-34A8-1D7A-67C9-8B76F2D30BD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313497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247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70675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044825"/>
            <a:ext cx="0" cy="91454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12188952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18288000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E154F-497D-F356-4526-C17B1B098AC9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3714515-3CA1-0F75-0503-3208A09DFA76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B531E36-2064-83A6-3D5A-E40E324F8495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0587680-FBD6-A326-93E3-B3437A4124A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AE80882-A798-33A6-BF3F-DF9C75646C23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809E051-5EDC-532B-0D86-AA9349AAA053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231023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047999"/>
            <a:ext cx="4951413" cy="9156701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048000"/>
            <a:ext cx="495300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18859500" y="576072"/>
            <a:ext cx="495935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59500" y="3048000"/>
            <a:ext cx="495935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F2C39-1D80-7B1C-F53D-B11D6327AF07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6961C62-D766-8A68-1FA3-BF6BE095543D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707034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097087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3" y="3048000"/>
            <a:ext cx="4942078" cy="45783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6828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8031" y="3047999"/>
            <a:ext cx="494212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7" y="3047999"/>
            <a:ext cx="4941886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C59ECBB-8567-F0FF-2B81-7CCA543AC3A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93F0BFF-6925-3869-6436-5F209217E4E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3EC1ADC5-863A-1C19-32F5-F71459CCB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3142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 descr="Vertical column divider">
            <a:extLst>
              <a:ext uri="{FF2B5EF4-FFF2-40B4-BE49-F238E27FC236}">
                <a16:creationId xmlns:a16="http://schemas.microsoft.com/office/drawing/2014/main" id="{72E1DB67-171C-F7FE-B9F6-5778755FF74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6EF3DAE3-95FD-80AD-F6F4-79B5745FA45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899409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384048"/>
            <a:ext cx="4942078" cy="3117978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2" y="384048"/>
            <a:ext cx="4951414" cy="220126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153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5153" y="3047999"/>
            <a:ext cx="10096500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C93AC5E-9451-FF93-87DD-889A48A00D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1F6E83E-BB80-D71A-7819-884C0CD47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649678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3047999"/>
            <a:ext cx="10099675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3047999"/>
            <a:ext cx="100965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9E836C4-97D9-E198-E7C4-C2E94BADE6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1A72C-9D4B-8178-79CE-382DDE87CD2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945124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6491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1"/>
            <a:ext cx="4949825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6071"/>
            <a:ext cx="4941888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BE2778-A9AA-3756-3479-C4A6DD4F0F0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D49C41-81F4-5A73-2F6D-EF2D5E38372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821703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2078" cy="3995927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3087"/>
            <a:ext cx="4953000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3087"/>
            <a:ext cx="4941888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B9B0455-A1CF-B58E-3124-86D0B0DD2BB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64E5562-E403-533D-BEAD-AB50713ED1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95605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9476" cy="421017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196BE21-C69D-85CB-EE77-49D2E4993A0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BB179B0-7DF8-112C-BC38-B65090C6DD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70831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6" cy="3995927"/>
          </a:xfrm>
        </p:spPr>
        <p:txBody>
          <a:bodyPr rIns="0"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6675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42078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2FA1770-E046-DD8F-9F28-19D80D1D67C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1ADA982-549A-4D2D-490A-DE5610A5087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40754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4949825" cy="4210177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1" y="384048"/>
            <a:ext cx="4956175" cy="311058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16790"/>
            <a:ext cx="4951413" cy="9188588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4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7E14D98-D346-214C-0437-7A0B4A7F3F0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8CDC5D22-5EFB-A82A-2192-76A569B4B0D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75E2B956-D8A8-9075-0842-BD0DAFFD412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BE2C4D34-A499-856F-2ED0-C6A511B884A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41252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2478024"/>
            <a:ext cx="6670675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24765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3642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473951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8385048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0" y="647700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1" y="83820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FC9DA86-6E63-7EF1-DAC1-7304033275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E7CD285-42F9-CF03-AB5C-1DC86205FBC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E664AD27-CDB8-1E16-6F0A-1A4FF8BD97F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496384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2" y="576072"/>
            <a:ext cx="4961128" cy="462153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4000"/>
            <a:ext cx="4948428" cy="3048000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8199" y="576073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5935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6670675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5"/>
            <a:ext cx="495300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332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2" y="576072"/>
            <a:ext cx="4956175" cy="448056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3872"/>
            <a:ext cx="11044239" cy="4572128"/>
          </a:xfrm>
        </p:spPr>
        <p:txBody>
          <a:bodyPr rIns="457200"/>
          <a:lstStyle>
            <a:lvl1pPr>
              <a:lnSpc>
                <a:spcPct val="11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3088"/>
            <a:ext cx="4953000" cy="49447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3089"/>
            <a:ext cx="4959350" cy="49447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70674"/>
            <a:ext cx="4956048" cy="494690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70675"/>
            <a:ext cx="4953000" cy="494690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E66173E-891D-82A4-82E3-E5AEA6E5A2AC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7DC8C2E8-4EA9-1F1F-90D5-4F81A603270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810613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297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B933E98-EDAA-167B-D822-384AE57CFD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CE74F70-DD3B-B787-1122-8CC2F06AD0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73047254-F916-4821-F269-6EDEB3A3FA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3" y="576072"/>
            <a:ext cx="4942078" cy="3995928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436229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384048"/>
            <a:ext cx="11036994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61589D3-5821-F43C-9924-D7FBDD5E84A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EA471B4-B30A-F4D7-84E4-C54A4D1ACD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2DDB6A26-5D86-B23B-6F3C-2C3CB5694F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45FB691-1306-6B38-5976-DCC6B131E6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297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49D1F57-CBD7-AB1F-5A3C-1CE58F2696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A17AC693-6388-34F4-29E0-3DC728E297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5782848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6415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4" y="576071"/>
            <a:ext cx="4945063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6DFE032-E717-840D-774E-AC6218CA01A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19EFD5E-874A-DCAB-55D5-D376C79F2C6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813F20A-BEE4-B8A6-B7C6-A452A39FAD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6415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50973AC-ED14-F5BF-FFA2-3AA73BE9F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E127C12-10BF-D35C-4112-2B9F894815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6673850"/>
            <a:ext cx="4945062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6056091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499" y="1524000"/>
            <a:ext cx="4956048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1524000"/>
            <a:ext cx="4953000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523999"/>
            <a:ext cx="4946904" cy="399909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177228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499" y="7623594"/>
            <a:ext cx="4956048" cy="39982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63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63500" y="7623594"/>
            <a:ext cx="4956048" cy="399829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623594"/>
            <a:ext cx="4946904" cy="39982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6C9A7FC-6BA2-EF1D-18D5-F605D8C7C00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C0294F07-890E-B2F9-0CAD-1B5AFB7648A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0E795639-6102-AB6C-5918-29F86236BFD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357E5319-53C7-E291-189E-B5A9A71EC85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C5786CF5-FEFB-F111-90C8-4410630FD7A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20554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6099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9A0B1DF-AF8B-38B3-B47C-60722DFBF162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FD38FC2-A92F-D3A8-74D5-CE6E95D9C133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A5B6E0FE-2F6F-9D77-9834-2DF9E13E22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22E65FD-CDEF-1AA2-2521-5B200BF4B6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3C43A7A-FFA5-D00F-7BEB-AA5C5DA6FB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58C27E-CF79-F761-3827-DA392178DC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BF9C6F-22AC-2FF0-D8C9-37373CDEB3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84512172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192388-DAC3-247F-4457-03A65F8CDF3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2D75691-23B7-FADC-4357-CB3662EB377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CB17488F-3B5A-CD3F-8D89-787477C1F94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Horizontal row divider">
            <a:extLst>
              <a:ext uri="{FF2B5EF4-FFF2-40B4-BE49-F238E27FC236}">
                <a16:creationId xmlns:a16="http://schemas.microsoft.com/office/drawing/2014/main" id="{7B2108DD-FE3A-F98C-D857-CDFA3DAD96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3D0E68D-02AF-474A-3224-FF5108D233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83300"/>
            <a:ext cx="0" cy="61118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5600EFDE-928F-B419-8585-5582A68373F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C1B1885-0510-1907-4EAD-DB9018C133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5804D2DB-0651-E704-D761-49FB6352B7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900EBA3-CCC2-CE83-A620-B68ADAF8371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B4091C-FF62-7BAF-B996-F22392D5E7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1212167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3041649"/>
            <a:ext cx="4946904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0675" y="304164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76073"/>
            <a:ext cx="11041253" cy="12571602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5F8DDE-78BD-E2B6-1CAB-2A9EF14E9F7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36230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2422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09C899-A6D4-3826-EAB8-A75F78607C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EB46264-65A0-272C-CC19-DCA9B58660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154425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71500"/>
            <a:ext cx="17137063" cy="125793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7D5110-D587-CC11-18F6-FEB7AA2D785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768506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8A69D316-0792-83BD-3912-71CDE3BB681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270910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7850" y="571500"/>
            <a:ext cx="23226713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694905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 descr="Place bio portrait here">
            <a:extLst>
              <a:ext uri="{FF2B5EF4-FFF2-40B4-BE49-F238E27FC236}">
                <a16:creationId xmlns:a16="http://schemas.microsoft.com/office/drawing/2014/main" id="{0B1677E6-5066-100D-29D6-CCAD04C21BC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79248" y="3044825"/>
            <a:ext cx="2462402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3" name="Picture Placeholder 7" descr="Place bio portrait here">
            <a:extLst>
              <a:ext uri="{FF2B5EF4-FFF2-40B4-BE49-F238E27FC236}">
                <a16:creationId xmlns:a16="http://schemas.microsoft.com/office/drawing/2014/main" id="{3DCE12BA-53E1-8B67-A029-029F1E6F91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79248" y="6096000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5" name="Picture Placeholder 7" descr="Place bio portrait here">
            <a:extLst>
              <a:ext uri="{FF2B5EF4-FFF2-40B4-BE49-F238E27FC236}">
                <a16:creationId xmlns:a16="http://schemas.microsoft.com/office/drawing/2014/main" id="{05E149CA-A25F-74EE-93DF-1A877CDE924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79248" y="9140825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5" name="Picture Placeholder 7" descr="Place bio portrait here">
            <a:extLst>
              <a:ext uri="{FF2B5EF4-FFF2-40B4-BE49-F238E27FC236}">
                <a16:creationId xmlns:a16="http://schemas.microsoft.com/office/drawing/2014/main" id="{AAC7C1AD-0F8C-4D02-0112-981444AFE9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2766675" y="3044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7" name="Picture Placeholder 7" descr="Place bio portrait here">
            <a:extLst>
              <a:ext uri="{FF2B5EF4-FFF2-40B4-BE49-F238E27FC236}">
                <a16:creationId xmlns:a16="http://schemas.microsoft.com/office/drawing/2014/main" id="{22271FFB-E2D1-459B-4089-A291A1110AE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2766675" y="6096000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9" name="Picture Placeholder 7" descr="Place bio portrait here">
            <a:extLst>
              <a:ext uri="{FF2B5EF4-FFF2-40B4-BE49-F238E27FC236}">
                <a16:creationId xmlns:a16="http://schemas.microsoft.com/office/drawing/2014/main" id="{F3C99020-5BF1-8A8C-BDCB-42766A5B9BE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2766675" y="9140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D4D4C25-96EE-FF6D-B301-962CD7A6366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A0E5B0D-36A0-4281-7D57-C2CC4453113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719277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3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71499"/>
            <a:ext cx="17145000" cy="11623675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694FFFD-5196-625E-C3FC-9AB6BB13FC3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D2D25A8-2AEC-F554-8D58-47C112486D4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29029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1527049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FFC916-9B64-A7DC-672D-A4AFA1AE96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7500" y="12782487"/>
            <a:ext cx="5524500" cy="425450"/>
          </a:xfrm>
        </p:spPr>
        <p:txBody>
          <a:bodyPr anchor="b" anchorCtr="0"/>
          <a:lstStyle>
            <a:lvl1pPr>
              <a:defRPr sz="1600" b="0" i="0">
                <a:latin typeface="Arial" panose="020B0604020202020204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9164AB-EDCE-C638-F61C-8C578896FB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1025" y="12896850"/>
            <a:ext cx="4946650" cy="311150"/>
          </a:xfrm>
        </p:spPr>
        <p:txBody>
          <a:bodyPr anchor="b" anchorCtr="0"/>
          <a:lstStyle>
            <a:lvl1pPr>
              <a:defRPr sz="1600" b="0" i="0">
                <a:latin typeface="Arial" panose="020B0604020202020204" pitchFamily="34" charset="0"/>
              </a:defRPr>
            </a:lvl1pPr>
            <a:lvl2pPr>
              <a:defRPr sz="1600" b="0" i="0">
                <a:latin typeface="Arial" panose="020B0503050203000203" pitchFamily="34" charset="0"/>
              </a:defRPr>
            </a:lvl2pPr>
            <a:lvl3pPr>
              <a:defRPr sz="1600" b="0" i="0">
                <a:latin typeface="Arial" panose="020B0503050203000203" pitchFamily="34" charset="0"/>
              </a:defRPr>
            </a:lvl3pPr>
            <a:lvl4pPr>
              <a:defRPr sz="1600" b="0" i="0">
                <a:latin typeface="Arial" panose="020B0503050203000203" pitchFamily="34" charset="0"/>
              </a:defRPr>
            </a:lvl4pPr>
            <a:lvl5pPr>
              <a:defRPr sz="1600" b="0" i="0">
                <a:latin typeface="Arial" panose="020B0503050203000203" pitchFamily="34" charset="0"/>
              </a:defRPr>
            </a:lvl5pPr>
          </a:lstStyle>
          <a:p>
            <a:pPr lvl="0"/>
            <a:r>
              <a:rPr lang="en-US" dirty="0"/>
              <a:t>Footer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7F82DC0-D267-F23F-7E4C-1C2FF243E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US" dirty="0"/>
              <a:t>Lorem ipsum dolor sit amet donec quam felis ultricies nec pellentesque eu pretium quis sem. Nulla conset massa </a:t>
            </a:r>
            <a:br>
              <a:rPr lang="en-US" dirty="0"/>
            </a:br>
            <a:r>
              <a:rPr lang="en-US" dirty="0"/>
              <a:t>quis enim.</a:t>
            </a:r>
          </a:p>
        </p:txBody>
      </p:sp>
    </p:spTree>
    <p:extLst>
      <p:ext uri="{BB962C8B-B14F-4D97-AF65-F5344CB8AC3E}">
        <p14:creationId xmlns:p14="http://schemas.microsoft.com/office/powerpoint/2010/main" val="3264910353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2422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62675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C628C1A-F2DD-6011-5846-A9A3A6D3BD7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187956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2422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63500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5CA4A6F-2777-D002-EE9E-92C246A4DA8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FBFB86A-A7DC-B54C-4EEC-B69E1897903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6161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05039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, no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719226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5371" y="6168460"/>
            <a:ext cx="3456432" cy="1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84914"/>
      </p:ext>
    </p:extLst>
  </p:cSld>
  <p:clrMapOvr>
    <a:masterClrMapping/>
  </p:clrMapOvr>
  <p:transition spd="med"/>
</p:sldLayout>
</file>

<file path=ppt/slideMasters/_rels/slideMaster1.xml.rels><?xml version="1.0" encoding="UTF-8" standalone="yes"?>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60829" y="12951714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468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867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1024" y="1282328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Footer text (optional)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3" r:id="rId1"/>
    <p:sldLayoutId id="2147483964" r:id="rId2"/>
    <p:sldLayoutId id="2147483965" r:id="rId3"/>
    <p:sldLayoutId id="2147483966" r:id="rId4"/>
    <p:sldLayoutId id="2147483967" r:id="rId5"/>
    <p:sldLayoutId id="2147483968" r:id="rId6"/>
    <p:sldLayoutId id="2147483969" r:id="rId7"/>
    <p:sldLayoutId id="2147483970" r:id="rId8"/>
    <p:sldLayoutId id="2147483971" r:id="rId9"/>
    <p:sldLayoutId id="2147483972" r:id="rId10"/>
    <p:sldLayoutId id="2147483973" r:id="rId11"/>
    <p:sldLayoutId id="2147483974" r:id="rId12"/>
    <p:sldLayoutId id="2147483975" r:id="rId13"/>
    <p:sldLayoutId id="2147483976" r:id="rId14"/>
    <p:sldLayoutId id="2147483977" r:id="rId15"/>
    <p:sldLayoutId id="2147483978" r:id="rId16"/>
    <p:sldLayoutId id="2147483979" r:id="rId17"/>
    <p:sldLayoutId id="2147483980" r:id="rId18"/>
    <p:sldLayoutId id="2147483981" r:id="rId19"/>
    <p:sldLayoutId id="2147483982" r:id="rId20"/>
    <p:sldLayoutId id="2147483983" r:id="rId21"/>
    <p:sldLayoutId id="2147483984" r:id="rId22"/>
    <p:sldLayoutId id="2147483985" r:id="rId23"/>
    <p:sldLayoutId id="2147483986" r:id="rId24"/>
    <p:sldLayoutId id="2147483987" r:id="rId25"/>
    <p:sldLayoutId id="2147483988" r:id="rId26"/>
    <p:sldLayoutId id="2147483989" r:id="rId27"/>
    <p:sldLayoutId id="2147483990" r:id="rId28"/>
    <p:sldLayoutId id="2147483991" r:id="rId29"/>
    <p:sldLayoutId id="2147483992" r:id="rId30"/>
    <p:sldLayoutId id="2147483993" r:id="rId31"/>
    <p:sldLayoutId id="2147483994" r:id="rId32"/>
    <p:sldLayoutId id="2147483995" r:id="rId33"/>
    <p:sldLayoutId id="2147483996" r:id="rId34"/>
    <p:sldLayoutId id="2147483997" r:id="rId35"/>
    <p:sldLayoutId id="2147483998" r:id="rId36"/>
    <p:sldLayoutId id="2147483999" r:id="rId37"/>
    <p:sldLayoutId id="2147484000" r:id="rId38"/>
    <p:sldLayoutId id="2147484001" r:id="rId39"/>
    <p:sldLayoutId id="2147484002" r:id="rId40"/>
    <p:sldLayoutId id="2147484003" r:id="rId41"/>
    <p:sldLayoutId id="2147484004" r:id="rId42"/>
    <p:sldLayoutId id="2147484005" r:id="rId43"/>
    <p:sldLayoutId id="2147484006" r:id="rId44"/>
    <p:sldLayoutId id="2147484007" r:id="rId45"/>
    <p:sldLayoutId id="2147484008" r:id="rId46"/>
    <p:sldLayoutId id="2147484009" r:id="rId47"/>
    <p:sldLayoutId id="2147484010" r:id="rId48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9" orient="horz" pos="3840" userDrawn="1">
          <p15:clr>
            <a:srgbClr val="EE5396"/>
          </p15:clr>
        </p15:guide>
        <p15:guide id="20" orient="horz" pos="958" userDrawn="1">
          <p15:clr>
            <a:srgbClr val="EE5396"/>
          </p15:clr>
        </p15:guide>
        <p15:guide id="25" orient="horz" pos="7682" userDrawn="1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30" orient="horz" pos="1918" userDrawn="1">
          <p15:clr>
            <a:srgbClr val="EE5396"/>
          </p15:clr>
        </p15:guide>
        <p15:guide id="32" orient="horz" pos="6720" userDrawn="1">
          <p15:clr>
            <a:srgbClr val="EE5396"/>
          </p15:clr>
        </p15:guide>
        <p15:guide id="33" orient="horz" pos="2880" userDrawn="1">
          <p15:clr>
            <a:srgbClr val="EE5396"/>
          </p15:clr>
        </p15:guide>
        <p15:guide id="34" orient="horz" pos="4800" userDrawn="1">
          <p15:clr>
            <a:srgbClr val="EE5396"/>
          </p15:clr>
        </p15:guide>
        <p15:guide id="35" orient="horz" pos="5758" userDrawn="1">
          <p15:clr>
            <a:srgbClr val="EE5396"/>
          </p15:clr>
        </p15:guide>
        <p15:guide id="36" orient="horz" pos="8284" userDrawn="1">
          <p15:clr>
            <a:srgbClr val="9FCC3B"/>
          </p15:clr>
        </p15:guide>
        <p15:guide id="37" orient="horz" pos="3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email.address@ibm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email.address@ibm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5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0.sv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mailto:email.address@ibm.com" TargetMode="External"/><Relationship Id="rId1" Type="http://schemas.openxmlformats.org/officeDocument/2006/relationships/slideLayout" Target="../slideLayouts/slideLayout4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http://ibm.com/trademark" TargetMode="External"/><Relationship Id="rId1" Type="http://schemas.openxmlformats.org/officeDocument/2006/relationships/slideLayout" Target="../slideLayouts/slideLayout4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://ibm.com/trademark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4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4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4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25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3.xml"/><Relationship Id="rId5" Type="http://schemas.openxmlformats.org/officeDocument/2006/relationships/image" Target="../media/image28.emf"/><Relationship Id="rId4" Type="http://schemas.openxmlformats.org/officeDocument/2006/relationships/image" Target="../media/image27.e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29.em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43.xml"/><Relationship Id="rId6" Type="http://schemas.openxmlformats.org/officeDocument/2006/relationships/image" Target="../media/image34.emf"/><Relationship Id="rId5" Type="http://schemas.openxmlformats.org/officeDocument/2006/relationships/image" Target="../media/image33.emf"/><Relationship Id="rId4" Type="http://schemas.openxmlformats.org/officeDocument/2006/relationships/image" Target="../media/image32.emf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37.emf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8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0.emf"/><Relationship Id="rId18" Type="http://schemas.openxmlformats.org/officeDocument/2006/relationships/image" Target="../media/image55.emf"/><Relationship Id="rId26" Type="http://schemas.openxmlformats.org/officeDocument/2006/relationships/image" Target="../media/image63.emf"/><Relationship Id="rId3" Type="http://schemas.openxmlformats.org/officeDocument/2006/relationships/image" Target="../media/image40.emf"/><Relationship Id="rId21" Type="http://schemas.openxmlformats.org/officeDocument/2006/relationships/image" Target="../media/image58.emf"/><Relationship Id="rId34" Type="http://schemas.openxmlformats.org/officeDocument/2006/relationships/image" Target="../media/image71.emf"/><Relationship Id="rId7" Type="http://schemas.openxmlformats.org/officeDocument/2006/relationships/image" Target="../media/image44.emf"/><Relationship Id="rId12" Type="http://schemas.openxmlformats.org/officeDocument/2006/relationships/image" Target="../media/image49.emf"/><Relationship Id="rId17" Type="http://schemas.openxmlformats.org/officeDocument/2006/relationships/image" Target="../media/image54.emf"/><Relationship Id="rId25" Type="http://schemas.openxmlformats.org/officeDocument/2006/relationships/image" Target="../media/image62.emf"/><Relationship Id="rId33" Type="http://schemas.openxmlformats.org/officeDocument/2006/relationships/image" Target="../media/image70.emf"/><Relationship Id="rId2" Type="http://schemas.openxmlformats.org/officeDocument/2006/relationships/hyperlink" Target="https://www.ibm.com/design/language/iconography/pictograms/library" TargetMode="External"/><Relationship Id="rId16" Type="http://schemas.openxmlformats.org/officeDocument/2006/relationships/image" Target="../media/image53.emf"/><Relationship Id="rId20" Type="http://schemas.openxmlformats.org/officeDocument/2006/relationships/image" Target="../media/image57.emf"/><Relationship Id="rId29" Type="http://schemas.openxmlformats.org/officeDocument/2006/relationships/image" Target="../media/image66.emf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43.emf"/><Relationship Id="rId11" Type="http://schemas.openxmlformats.org/officeDocument/2006/relationships/image" Target="../media/image48.emf"/><Relationship Id="rId24" Type="http://schemas.openxmlformats.org/officeDocument/2006/relationships/image" Target="../media/image61.emf"/><Relationship Id="rId32" Type="http://schemas.openxmlformats.org/officeDocument/2006/relationships/image" Target="../media/image69.emf"/><Relationship Id="rId5" Type="http://schemas.openxmlformats.org/officeDocument/2006/relationships/image" Target="../media/image42.emf"/><Relationship Id="rId15" Type="http://schemas.openxmlformats.org/officeDocument/2006/relationships/image" Target="../media/image52.emf"/><Relationship Id="rId23" Type="http://schemas.openxmlformats.org/officeDocument/2006/relationships/image" Target="../media/image60.emf"/><Relationship Id="rId28" Type="http://schemas.openxmlformats.org/officeDocument/2006/relationships/image" Target="../media/image65.emf"/><Relationship Id="rId10" Type="http://schemas.openxmlformats.org/officeDocument/2006/relationships/image" Target="../media/image47.emf"/><Relationship Id="rId19" Type="http://schemas.openxmlformats.org/officeDocument/2006/relationships/image" Target="../media/image56.emf"/><Relationship Id="rId31" Type="http://schemas.openxmlformats.org/officeDocument/2006/relationships/image" Target="../media/image68.emf"/><Relationship Id="rId4" Type="http://schemas.openxmlformats.org/officeDocument/2006/relationships/image" Target="../media/image41.emf"/><Relationship Id="rId9" Type="http://schemas.openxmlformats.org/officeDocument/2006/relationships/image" Target="../media/image46.emf"/><Relationship Id="rId14" Type="http://schemas.openxmlformats.org/officeDocument/2006/relationships/image" Target="../media/image51.emf"/><Relationship Id="rId22" Type="http://schemas.openxmlformats.org/officeDocument/2006/relationships/image" Target="../media/image59.emf"/><Relationship Id="rId27" Type="http://schemas.openxmlformats.org/officeDocument/2006/relationships/image" Target="../media/image64.emf"/><Relationship Id="rId30" Type="http://schemas.openxmlformats.org/officeDocument/2006/relationships/image" Target="../media/image67.emf"/><Relationship Id="rId8" Type="http://schemas.openxmlformats.org/officeDocument/2006/relationships/image" Target="../media/image45.emf"/></Relationships>
</file>

<file path=ppt/slides/_rels/slide8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2.emf"/><Relationship Id="rId18" Type="http://schemas.openxmlformats.org/officeDocument/2006/relationships/image" Target="../media/image87.emf"/><Relationship Id="rId26" Type="http://schemas.openxmlformats.org/officeDocument/2006/relationships/image" Target="../media/image95.emf"/><Relationship Id="rId3" Type="http://schemas.openxmlformats.org/officeDocument/2006/relationships/image" Target="../media/image72.emf"/><Relationship Id="rId21" Type="http://schemas.openxmlformats.org/officeDocument/2006/relationships/image" Target="../media/image90.emf"/><Relationship Id="rId34" Type="http://schemas.openxmlformats.org/officeDocument/2006/relationships/image" Target="../media/image103.emf"/><Relationship Id="rId7" Type="http://schemas.openxmlformats.org/officeDocument/2006/relationships/image" Target="../media/image76.emf"/><Relationship Id="rId12" Type="http://schemas.openxmlformats.org/officeDocument/2006/relationships/image" Target="../media/image81.emf"/><Relationship Id="rId17" Type="http://schemas.openxmlformats.org/officeDocument/2006/relationships/image" Target="../media/image86.emf"/><Relationship Id="rId25" Type="http://schemas.openxmlformats.org/officeDocument/2006/relationships/image" Target="../media/image94.emf"/><Relationship Id="rId33" Type="http://schemas.openxmlformats.org/officeDocument/2006/relationships/image" Target="../media/image102.emf"/><Relationship Id="rId2" Type="http://schemas.openxmlformats.org/officeDocument/2006/relationships/hyperlink" Target="https://www.ibm.com/design/language/iconography/pictograms/library" TargetMode="External"/><Relationship Id="rId16" Type="http://schemas.openxmlformats.org/officeDocument/2006/relationships/image" Target="../media/image85.emf"/><Relationship Id="rId20" Type="http://schemas.openxmlformats.org/officeDocument/2006/relationships/image" Target="../media/image89.emf"/><Relationship Id="rId29" Type="http://schemas.openxmlformats.org/officeDocument/2006/relationships/image" Target="../media/image98.emf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75.emf"/><Relationship Id="rId11" Type="http://schemas.openxmlformats.org/officeDocument/2006/relationships/image" Target="../media/image80.emf"/><Relationship Id="rId24" Type="http://schemas.openxmlformats.org/officeDocument/2006/relationships/image" Target="../media/image93.emf"/><Relationship Id="rId32" Type="http://schemas.openxmlformats.org/officeDocument/2006/relationships/image" Target="../media/image101.emf"/><Relationship Id="rId5" Type="http://schemas.openxmlformats.org/officeDocument/2006/relationships/image" Target="../media/image74.emf"/><Relationship Id="rId15" Type="http://schemas.openxmlformats.org/officeDocument/2006/relationships/image" Target="../media/image84.emf"/><Relationship Id="rId23" Type="http://schemas.openxmlformats.org/officeDocument/2006/relationships/image" Target="../media/image92.emf"/><Relationship Id="rId28" Type="http://schemas.openxmlformats.org/officeDocument/2006/relationships/image" Target="../media/image97.emf"/><Relationship Id="rId10" Type="http://schemas.openxmlformats.org/officeDocument/2006/relationships/image" Target="../media/image79.emf"/><Relationship Id="rId19" Type="http://schemas.openxmlformats.org/officeDocument/2006/relationships/image" Target="../media/image88.emf"/><Relationship Id="rId31" Type="http://schemas.openxmlformats.org/officeDocument/2006/relationships/image" Target="../media/image100.emf"/><Relationship Id="rId4" Type="http://schemas.openxmlformats.org/officeDocument/2006/relationships/image" Target="../media/image73.emf"/><Relationship Id="rId9" Type="http://schemas.openxmlformats.org/officeDocument/2006/relationships/image" Target="../media/image78.emf"/><Relationship Id="rId14" Type="http://schemas.openxmlformats.org/officeDocument/2006/relationships/image" Target="../media/image83.emf"/><Relationship Id="rId22" Type="http://schemas.openxmlformats.org/officeDocument/2006/relationships/image" Target="../media/image91.emf"/><Relationship Id="rId27" Type="http://schemas.openxmlformats.org/officeDocument/2006/relationships/image" Target="../media/image96.emf"/><Relationship Id="rId30" Type="http://schemas.openxmlformats.org/officeDocument/2006/relationships/image" Target="../media/image99.emf"/><Relationship Id="rId8" Type="http://schemas.openxmlformats.org/officeDocument/2006/relationships/image" Target="../media/image77.emf"/></Relationships>
</file>

<file path=ppt/slides/_rels/slide8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4.emf"/><Relationship Id="rId18" Type="http://schemas.openxmlformats.org/officeDocument/2006/relationships/image" Target="../media/image119.emf"/><Relationship Id="rId26" Type="http://schemas.openxmlformats.org/officeDocument/2006/relationships/image" Target="../media/image127.emf"/><Relationship Id="rId3" Type="http://schemas.openxmlformats.org/officeDocument/2006/relationships/image" Target="../media/image104.emf"/><Relationship Id="rId21" Type="http://schemas.openxmlformats.org/officeDocument/2006/relationships/image" Target="../media/image122.emf"/><Relationship Id="rId34" Type="http://schemas.openxmlformats.org/officeDocument/2006/relationships/image" Target="../media/image135.emf"/><Relationship Id="rId7" Type="http://schemas.openxmlformats.org/officeDocument/2006/relationships/image" Target="../media/image108.emf"/><Relationship Id="rId12" Type="http://schemas.openxmlformats.org/officeDocument/2006/relationships/image" Target="../media/image113.emf"/><Relationship Id="rId17" Type="http://schemas.openxmlformats.org/officeDocument/2006/relationships/image" Target="../media/image118.emf"/><Relationship Id="rId25" Type="http://schemas.openxmlformats.org/officeDocument/2006/relationships/image" Target="../media/image126.emf"/><Relationship Id="rId33" Type="http://schemas.openxmlformats.org/officeDocument/2006/relationships/image" Target="../media/image134.emf"/><Relationship Id="rId2" Type="http://schemas.openxmlformats.org/officeDocument/2006/relationships/hyperlink" Target="https://www.ibm.com/design/language/iconography/pictograms/library" TargetMode="External"/><Relationship Id="rId16" Type="http://schemas.openxmlformats.org/officeDocument/2006/relationships/image" Target="../media/image117.emf"/><Relationship Id="rId20" Type="http://schemas.openxmlformats.org/officeDocument/2006/relationships/image" Target="../media/image121.emf"/><Relationship Id="rId29" Type="http://schemas.openxmlformats.org/officeDocument/2006/relationships/image" Target="../media/image130.emf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107.emf"/><Relationship Id="rId11" Type="http://schemas.openxmlformats.org/officeDocument/2006/relationships/image" Target="../media/image112.emf"/><Relationship Id="rId24" Type="http://schemas.openxmlformats.org/officeDocument/2006/relationships/image" Target="../media/image125.emf"/><Relationship Id="rId32" Type="http://schemas.openxmlformats.org/officeDocument/2006/relationships/image" Target="../media/image133.emf"/><Relationship Id="rId5" Type="http://schemas.openxmlformats.org/officeDocument/2006/relationships/image" Target="../media/image106.emf"/><Relationship Id="rId15" Type="http://schemas.openxmlformats.org/officeDocument/2006/relationships/image" Target="../media/image116.emf"/><Relationship Id="rId23" Type="http://schemas.openxmlformats.org/officeDocument/2006/relationships/image" Target="../media/image124.emf"/><Relationship Id="rId28" Type="http://schemas.openxmlformats.org/officeDocument/2006/relationships/image" Target="../media/image129.emf"/><Relationship Id="rId10" Type="http://schemas.openxmlformats.org/officeDocument/2006/relationships/image" Target="../media/image111.emf"/><Relationship Id="rId19" Type="http://schemas.openxmlformats.org/officeDocument/2006/relationships/image" Target="../media/image120.emf"/><Relationship Id="rId31" Type="http://schemas.openxmlformats.org/officeDocument/2006/relationships/image" Target="../media/image132.emf"/><Relationship Id="rId4" Type="http://schemas.openxmlformats.org/officeDocument/2006/relationships/image" Target="../media/image105.emf"/><Relationship Id="rId9" Type="http://schemas.openxmlformats.org/officeDocument/2006/relationships/image" Target="../media/image110.emf"/><Relationship Id="rId14" Type="http://schemas.openxmlformats.org/officeDocument/2006/relationships/image" Target="../media/image115.emf"/><Relationship Id="rId22" Type="http://schemas.openxmlformats.org/officeDocument/2006/relationships/image" Target="../media/image123.emf"/><Relationship Id="rId27" Type="http://schemas.openxmlformats.org/officeDocument/2006/relationships/image" Target="../media/image128.emf"/><Relationship Id="rId30" Type="http://schemas.openxmlformats.org/officeDocument/2006/relationships/image" Target="../media/image131.emf"/><Relationship Id="rId8" Type="http://schemas.openxmlformats.org/officeDocument/2006/relationships/image" Target="../media/image109.emf"/></Relationships>
</file>

<file path=ppt/slides/_rels/slide8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6.emf"/><Relationship Id="rId18" Type="http://schemas.openxmlformats.org/officeDocument/2006/relationships/image" Target="../media/image151.emf"/><Relationship Id="rId26" Type="http://schemas.openxmlformats.org/officeDocument/2006/relationships/image" Target="../media/image159.emf"/><Relationship Id="rId3" Type="http://schemas.openxmlformats.org/officeDocument/2006/relationships/image" Target="../media/image136.emf"/><Relationship Id="rId21" Type="http://schemas.openxmlformats.org/officeDocument/2006/relationships/image" Target="../media/image154.emf"/><Relationship Id="rId34" Type="http://schemas.openxmlformats.org/officeDocument/2006/relationships/image" Target="../media/image167.emf"/><Relationship Id="rId7" Type="http://schemas.openxmlformats.org/officeDocument/2006/relationships/image" Target="../media/image140.emf"/><Relationship Id="rId12" Type="http://schemas.openxmlformats.org/officeDocument/2006/relationships/image" Target="../media/image145.emf"/><Relationship Id="rId17" Type="http://schemas.openxmlformats.org/officeDocument/2006/relationships/image" Target="../media/image150.emf"/><Relationship Id="rId25" Type="http://schemas.openxmlformats.org/officeDocument/2006/relationships/image" Target="../media/image158.emf"/><Relationship Id="rId33" Type="http://schemas.openxmlformats.org/officeDocument/2006/relationships/image" Target="../media/image166.emf"/><Relationship Id="rId2" Type="http://schemas.openxmlformats.org/officeDocument/2006/relationships/hyperlink" Target="https://www.ibm.com/design/language/iconography/pictograms/library" TargetMode="External"/><Relationship Id="rId16" Type="http://schemas.openxmlformats.org/officeDocument/2006/relationships/image" Target="../media/image149.emf"/><Relationship Id="rId20" Type="http://schemas.openxmlformats.org/officeDocument/2006/relationships/image" Target="../media/image153.emf"/><Relationship Id="rId29" Type="http://schemas.openxmlformats.org/officeDocument/2006/relationships/image" Target="../media/image162.emf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139.emf"/><Relationship Id="rId11" Type="http://schemas.openxmlformats.org/officeDocument/2006/relationships/image" Target="../media/image144.emf"/><Relationship Id="rId24" Type="http://schemas.openxmlformats.org/officeDocument/2006/relationships/image" Target="../media/image157.emf"/><Relationship Id="rId32" Type="http://schemas.openxmlformats.org/officeDocument/2006/relationships/image" Target="../media/image165.emf"/><Relationship Id="rId5" Type="http://schemas.openxmlformats.org/officeDocument/2006/relationships/image" Target="../media/image138.emf"/><Relationship Id="rId15" Type="http://schemas.openxmlformats.org/officeDocument/2006/relationships/image" Target="../media/image148.emf"/><Relationship Id="rId23" Type="http://schemas.openxmlformats.org/officeDocument/2006/relationships/image" Target="../media/image156.emf"/><Relationship Id="rId28" Type="http://schemas.openxmlformats.org/officeDocument/2006/relationships/image" Target="../media/image161.emf"/><Relationship Id="rId10" Type="http://schemas.openxmlformats.org/officeDocument/2006/relationships/image" Target="../media/image143.emf"/><Relationship Id="rId19" Type="http://schemas.openxmlformats.org/officeDocument/2006/relationships/image" Target="../media/image152.emf"/><Relationship Id="rId31" Type="http://schemas.openxmlformats.org/officeDocument/2006/relationships/image" Target="../media/image164.emf"/><Relationship Id="rId4" Type="http://schemas.openxmlformats.org/officeDocument/2006/relationships/image" Target="../media/image137.emf"/><Relationship Id="rId9" Type="http://schemas.openxmlformats.org/officeDocument/2006/relationships/image" Target="../media/image142.emf"/><Relationship Id="rId14" Type="http://schemas.openxmlformats.org/officeDocument/2006/relationships/image" Target="../media/image147.emf"/><Relationship Id="rId22" Type="http://schemas.openxmlformats.org/officeDocument/2006/relationships/image" Target="../media/image155.emf"/><Relationship Id="rId27" Type="http://schemas.openxmlformats.org/officeDocument/2006/relationships/image" Target="../media/image160.emf"/><Relationship Id="rId30" Type="http://schemas.openxmlformats.org/officeDocument/2006/relationships/image" Target="../media/image163.emf"/><Relationship Id="rId8" Type="http://schemas.openxmlformats.org/officeDocument/2006/relationships/image" Target="../media/image141.emf"/></Relationships>
</file>

<file path=ppt/slides/_rels/slide8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8.emf"/><Relationship Id="rId18" Type="http://schemas.openxmlformats.org/officeDocument/2006/relationships/image" Target="../media/image183.emf"/><Relationship Id="rId26" Type="http://schemas.openxmlformats.org/officeDocument/2006/relationships/image" Target="../media/image191.emf"/><Relationship Id="rId3" Type="http://schemas.openxmlformats.org/officeDocument/2006/relationships/image" Target="../media/image168.emf"/><Relationship Id="rId21" Type="http://schemas.openxmlformats.org/officeDocument/2006/relationships/image" Target="../media/image186.emf"/><Relationship Id="rId34" Type="http://schemas.openxmlformats.org/officeDocument/2006/relationships/image" Target="../media/image199.emf"/><Relationship Id="rId7" Type="http://schemas.openxmlformats.org/officeDocument/2006/relationships/image" Target="../media/image172.emf"/><Relationship Id="rId12" Type="http://schemas.openxmlformats.org/officeDocument/2006/relationships/image" Target="../media/image177.emf"/><Relationship Id="rId17" Type="http://schemas.openxmlformats.org/officeDocument/2006/relationships/image" Target="../media/image182.emf"/><Relationship Id="rId25" Type="http://schemas.openxmlformats.org/officeDocument/2006/relationships/image" Target="../media/image190.emf"/><Relationship Id="rId33" Type="http://schemas.openxmlformats.org/officeDocument/2006/relationships/image" Target="../media/image198.emf"/><Relationship Id="rId2" Type="http://schemas.openxmlformats.org/officeDocument/2006/relationships/hyperlink" Target="https://www.ibm.com/design/language/iconography/pictograms/library" TargetMode="External"/><Relationship Id="rId16" Type="http://schemas.openxmlformats.org/officeDocument/2006/relationships/image" Target="../media/image181.emf"/><Relationship Id="rId20" Type="http://schemas.openxmlformats.org/officeDocument/2006/relationships/image" Target="../media/image185.emf"/><Relationship Id="rId29" Type="http://schemas.openxmlformats.org/officeDocument/2006/relationships/image" Target="../media/image194.emf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171.emf"/><Relationship Id="rId11" Type="http://schemas.openxmlformats.org/officeDocument/2006/relationships/image" Target="../media/image176.emf"/><Relationship Id="rId24" Type="http://schemas.openxmlformats.org/officeDocument/2006/relationships/image" Target="../media/image189.emf"/><Relationship Id="rId32" Type="http://schemas.openxmlformats.org/officeDocument/2006/relationships/image" Target="../media/image197.emf"/><Relationship Id="rId5" Type="http://schemas.openxmlformats.org/officeDocument/2006/relationships/image" Target="../media/image170.emf"/><Relationship Id="rId15" Type="http://schemas.openxmlformats.org/officeDocument/2006/relationships/image" Target="../media/image180.emf"/><Relationship Id="rId23" Type="http://schemas.openxmlformats.org/officeDocument/2006/relationships/image" Target="../media/image188.emf"/><Relationship Id="rId28" Type="http://schemas.openxmlformats.org/officeDocument/2006/relationships/image" Target="../media/image193.emf"/><Relationship Id="rId10" Type="http://schemas.openxmlformats.org/officeDocument/2006/relationships/image" Target="../media/image175.emf"/><Relationship Id="rId19" Type="http://schemas.openxmlformats.org/officeDocument/2006/relationships/image" Target="../media/image184.emf"/><Relationship Id="rId31" Type="http://schemas.openxmlformats.org/officeDocument/2006/relationships/image" Target="../media/image196.emf"/><Relationship Id="rId4" Type="http://schemas.openxmlformats.org/officeDocument/2006/relationships/image" Target="../media/image169.emf"/><Relationship Id="rId9" Type="http://schemas.openxmlformats.org/officeDocument/2006/relationships/image" Target="../media/image174.emf"/><Relationship Id="rId14" Type="http://schemas.openxmlformats.org/officeDocument/2006/relationships/image" Target="../media/image179.emf"/><Relationship Id="rId22" Type="http://schemas.openxmlformats.org/officeDocument/2006/relationships/image" Target="../media/image187.emf"/><Relationship Id="rId27" Type="http://schemas.openxmlformats.org/officeDocument/2006/relationships/image" Target="../media/image192.emf"/><Relationship Id="rId30" Type="http://schemas.openxmlformats.org/officeDocument/2006/relationships/image" Target="../media/image195.emf"/><Relationship Id="rId8" Type="http://schemas.openxmlformats.org/officeDocument/2006/relationships/image" Target="../media/image173.emf"/></Relationships>
</file>

<file path=ppt/slides/_rels/slide8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0.emf"/><Relationship Id="rId18" Type="http://schemas.openxmlformats.org/officeDocument/2006/relationships/image" Target="../media/image215.emf"/><Relationship Id="rId26" Type="http://schemas.openxmlformats.org/officeDocument/2006/relationships/image" Target="../media/image223.emf"/><Relationship Id="rId3" Type="http://schemas.openxmlformats.org/officeDocument/2006/relationships/image" Target="../media/image200.emf"/><Relationship Id="rId21" Type="http://schemas.openxmlformats.org/officeDocument/2006/relationships/image" Target="../media/image218.emf"/><Relationship Id="rId34" Type="http://schemas.openxmlformats.org/officeDocument/2006/relationships/image" Target="../media/image231.emf"/><Relationship Id="rId7" Type="http://schemas.openxmlformats.org/officeDocument/2006/relationships/image" Target="../media/image204.emf"/><Relationship Id="rId12" Type="http://schemas.openxmlformats.org/officeDocument/2006/relationships/image" Target="../media/image209.emf"/><Relationship Id="rId17" Type="http://schemas.openxmlformats.org/officeDocument/2006/relationships/image" Target="../media/image214.emf"/><Relationship Id="rId25" Type="http://schemas.openxmlformats.org/officeDocument/2006/relationships/image" Target="../media/image222.emf"/><Relationship Id="rId33" Type="http://schemas.openxmlformats.org/officeDocument/2006/relationships/image" Target="../media/image230.emf"/><Relationship Id="rId2" Type="http://schemas.openxmlformats.org/officeDocument/2006/relationships/hyperlink" Target="https://www.ibm.com/design/language/iconography/pictograms/library" TargetMode="External"/><Relationship Id="rId16" Type="http://schemas.openxmlformats.org/officeDocument/2006/relationships/image" Target="../media/image213.emf"/><Relationship Id="rId20" Type="http://schemas.openxmlformats.org/officeDocument/2006/relationships/image" Target="../media/image217.emf"/><Relationship Id="rId29" Type="http://schemas.openxmlformats.org/officeDocument/2006/relationships/image" Target="../media/image226.emf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203.emf"/><Relationship Id="rId11" Type="http://schemas.openxmlformats.org/officeDocument/2006/relationships/image" Target="../media/image208.emf"/><Relationship Id="rId24" Type="http://schemas.openxmlformats.org/officeDocument/2006/relationships/image" Target="../media/image221.emf"/><Relationship Id="rId32" Type="http://schemas.openxmlformats.org/officeDocument/2006/relationships/image" Target="../media/image229.emf"/><Relationship Id="rId5" Type="http://schemas.openxmlformats.org/officeDocument/2006/relationships/image" Target="../media/image202.emf"/><Relationship Id="rId15" Type="http://schemas.openxmlformats.org/officeDocument/2006/relationships/image" Target="../media/image212.emf"/><Relationship Id="rId23" Type="http://schemas.openxmlformats.org/officeDocument/2006/relationships/image" Target="../media/image220.emf"/><Relationship Id="rId28" Type="http://schemas.openxmlformats.org/officeDocument/2006/relationships/image" Target="../media/image225.emf"/><Relationship Id="rId10" Type="http://schemas.openxmlformats.org/officeDocument/2006/relationships/image" Target="../media/image207.emf"/><Relationship Id="rId19" Type="http://schemas.openxmlformats.org/officeDocument/2006/relationships/image" Target="../media/image216.emf"/><Relationship Id="rId31" Type="http://schemas.openxmlformats.org/officeDocument/2006/relationships/image" Target="../media/image228.emf"/><Relationship Id="rId4" Type="http://schemas.openxmlformats.org/officeDocument/2006/relationships/image" Target="../media/image201.emf"/><Relationship Id="rId9" Type="http://schemas.openxmlformats.org/officeDocument/2006/relationships/image" Target="../media/image206.emf"/><Relationship Id="rId14" Type="http://schemas.openxmlformats.org/officeDocument/2006/relationships/image" Target="../media/image211.emf"/><Relationship Id="rId22" Type="http://schemas.openxmlformats.org/officeDocument/2006/relationships/image" Target="../media/image219.emf"/><Relationship Id="rId27" Type="http://schemas.openxmlformats.org/officeDocument/2006/relationships/image" Target="../media/image224.emf"/><Relationship Id="rId30" Type="http://schemas.openxmlformats.org/officeDocument/2006/relationships/image" Target="../media/image227.emf"/><Relationship Id="rId8" Type="http://schemas.openxmlformats.org/officeDocument/2006/relationships/image" Target="../media/image205.emf"/></Relationships>
</file>

<file path=ppt/slides/_rels/slide8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1.emf"/><Relationship Id="rId18" Type="http://schemas.openxmlformats.org/officeDocument/2006/relationships/image" Target="../media/image246.emf"/><Relationship Id="rId26" Type="http://schemas.openxmlformats.org/officeDocument/2006/relationships/image" Target="../media/image254.emf"/><Relationship Id="rId3" Type="http://schemas.openxmlformats.org/officeDocument/2006/relationships/hyperlink" Target="https://www.ibm.com/design/language/iconography/pictograms/library" TargetMode="External"/><Relationship Id="rId21" Type="http://schemas.openxmlformats.org/officeDocument/2006/relationships/image" Target="../media/image249.emf"/><Relationship Id="rId34" Type="http://schemas.openxmlformats.org/officeDocument/2006/relationships/image" Target="../media/image262.emf"/><Relationship Id="rId7" Type="http://schemas.openxmlformats.org/officeDocument/2006/relationships/image" Target="../media/image235.emf"/><Relationship Id="rId12" Type="http://schemas.openxmlformats.org/officeDocument/2006/relationships/image" Target="../media/image240.emf"/><Relationship Id="rId17" Type="http://schemas.openxmlformats.org/officeDocument/2006/relationships/image" Target="../media/image245.emf"/><Relationship Id="rId25" Type="http://schemas.openxmlformats.org/officeDocument/2006/relationships/image" Target="../media/image253.emf"/><Relationship Id="rId33" Type="http://schemas.openxmlformats.org/officeDocument/2006/relationships/image" Target="../media/image261.emf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244.emf"/><Relationship Id="rId20" Type="http://schemas.openxmlformats.org/officeDocument/2006/relationships/image" Target="../media/image248.emf"/><Relationship Id="rId29" Type="http://schemas.openxmlformats.org/officeDocument/2006/relationships/image" Target="../media/image257.emf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234.emf"/><Relationship Id="rId11" Type="http://schemas.openxmlformats.org/officeDocument/2006/relationships/image" Target="../media/image239.emf"/><Relationship Id="rId24" Type="http://schemas.openxmlformats.org/officeDocument/2006/relationships/image" Target="../media/image252.emf"/><Relationship Id="rId32" Type="http://schemas.openxmlformats.org/officeDocument/2006/relationships/image" Target="../media/image260.emf"/><Relationship Id="rId5" Type="http://schemas.openxmlformats.org/officeDocument/2006/relationships/image" Target="../media/image233.emf"/><Relationship Id="rId15" Type="http://schemas.openxmlformats.org/officeDocument/2006/relationships/image" Target="../media/image243.emf"/><Relationship Id="rId23" Type="http://schemas.openxmlformats.org/officeDocument/2006/relationships/image" Target="../media/image251.emf"/><Relationship Id="rId28" Type="http://schemas.openxmlformats.org/officeDocument/2006/relationships/image" Target="../media/image256.emf"/><Relationship Id="rId10" Type="http://schemas.openxmlformats.org/officeDocument/2006/relationships/image" Target="../media/image238.emf"/><Relationship Id="rId19" Type="http://schemas.openxmlformats.org/officeDocument/2006/relationships/image" Target="../media/image247.emf"/><Relationship Id="rId31" Type="http://schemas.openxmlformats.org/officeDocument/2006/relationships/image" Target="../media/image259.emf"/><Relationship Id="rId4" Type="http://schemas.openxmlformats.org/officeDocument/2006/relationships/image" Target="../media/image232.emf"/><Relationship Id="rId9" Type="http://schemas.openxmlformats.org/officeDocument/2006/relationships/image" Target="../media/image237.emf"/><Relationship Id="rId14" Type="http://schemas.openxmlformats.org/officeDocument/2006/relationships/image" Target="../media/image242.emf"/><Relationship Id="rId22" Type="http://schemas.openxmlformats.org/officeDocument/2006/relationships/image" Target="../media/image250.emf"/><Relationship Id="rId27" Type="http://schemas.openxmlformats.org/officeDocument/2006/relationships/image" Target="../media/image255.emf"/><Relationship Id="rId30" Type="http://schemas.openxmlformats.org/officeDocument/2006/relationships/image" Target="../media/image258.emf"/><Relationship Id="rId35" Type="http://schemas.openxmlformats.org/officeDocument/2006/relationships/image" Target="../media/image263.emf"/><Relationship Id="rId8" Type="http://schemas.openxmlformats.org/officeDocument/2006/relationships/image" Target="../media/image236.emf"/></Relationships>
</file>

<file path=ppt/slides/_rels/slide8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4.emf"/><Relationship Id="rId18" Type="http://schemas.openxmlformats.org/officeDocument/2006/relationships/image" Target="../media/image279.emf"/><Relationship Id="rId26" Type="http://schemas.openxmlformats.org/officeDocument/2006/relationships/image" Target="../media/image287.emf"/><Relationship Id="rId3" Type="http://schemas.openxmlformats.org/officeDocument/2006/relationships/image" Target="../media/image264.emf"/><Relationship Id="rId21" Type="http://schemas.openxmlformats.org/officeDocument/2006/relationships/image" Target="../media/image282.emf"/><Relationship Id="rId34" Type="http://schemas.openxmlformats.org/officeDocument/2006/relationships/image" Target="../media/image295.emf"/><Relationship Id="rId7" Type="http://schemas.openxmlformats.org/officeDocument/2006/relationships/image" Target="../media/image268.emf"/><Relationship Id="rId12" Type="http://schemas.openxmlformats.org/officeDocument/2006/relationships/image" Target="../media/image273.emf"/><Relationship Id="rId17" Type="http://schemas.openxmlformats.org/officeDocument/2006/relationships/image" Target="../media/image278.emf"/><Relationship Id="rId25" Type="http://schemas.openxmlformats.org/officeDocument/2006/relationships/image" Target="../media/image286.emf"/><Relationship Id="rId33" Type="http://schemas.openxmlformats.org/officeDocument/2006/relationships/image" Target="../media/image294.emf"/><Relationship Id="rId2" Type="http://schemas.openxmlformats.org/officeDocument/2006/relationships/hyperlink" Target="https://www.ibm.com/design/language/iconography/pictograms/library" TargetMode="External"/><Relationship Id="rId16" Type="http://schemas.openxmlformats.org/officeDocument/2006/relationships/image" Target="../media/image277.emf"/><Relationship Id="rId20" Type="http://schemas.openxmlformats.org/officeDocument/2006/relationships/image" Target="../media/image281.emf"/><Relationship Id="rId29" Type="http://schemas.openxmlformats.org/officeDocument/2006/relationships/image" Target="../media/image290.emf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267.emf"/><Relationship Id="rId11" Type="http://schemas.openxmlformats.org/officeDocument/2006/relationships/image" Target="../media/image272.emf"/><Relationship Id="rId24" Type="http://schemas.openxmlformats.org/officeDocument/2006/relationships/image" Target="../media/image285.emf"/><Relationship Id="rId32" Type="http://schemas.openxmlformats.org/officeDocument/2006/relationships/image" Target="../media/image293.emf"/><Relationship Id="rId5" Type="http://schemas.openxmlformats.org/officeDocument/2006/relationships/image" Target="../media/image266.emf"/><Relationship Id="rId15" Type="http://schemas.openxmlformats.org/officeDocument/2006/relationships/image" Target="../media/image276.emf"/><Relationship Id="rId23" Type="http://schemas.openxmlformats.org/officeDocument/2006/relationships/image" Target="../media/image284.emf"/><Relationship Id="rId28" Type="http://schemas.openxmlformats.org/officeDocument/2006/relationships/image" Target="../media/image289.emf"/><Relationship Id="rId10" Type="http://schemas.openxmlformats.org/officeDocument/2006/relationships/image" Target="../media/image271.emf"/><Relationship Id="rId19" Type="http://schemas.openxmlformats.org/officeDocument/2006/relationships/image" Target="../media/image280.emf"/><Relationship Id="rId31" Type="http://schemas.openxmlformats.org/officeDocument/2006/relationships/image" Target="../media/image292.emf"/><Relationship Id="rId4" Type="http://schemas.openxmlformats.org/officeDocument/2006/relationships/image" Target="../media/image265.emf"/><Relationship Id="rId9" Type="http://schemas.openxmlformats.org/officeDocument/2006/relationships/image" Target="../media/image270.emf"/><Relationship Id="rId14" Type="http://schemas.openxmlformats.org/officeDocument/2006/relationships/image" Target="../media/image275.emf"/><Relationship Id="rId22" Type="http://schemas.openxmlformats.org/officeDocument/2006/relationships/image" Target="../media/image283.emf"/><Relationship Id="rId27" Type="http://schemas.openxmlformats.org/officeDocument/2006/relationships/image" Target="../media/image288.emf"/><Relationship Id="rId30" Type="http://schemas.openxmlformats.org/officeDocument/2006/relationships/image" Target="../media/image291.emf"/><Relationship Id="rId8" Type="http://schemas.openxmlformats.org/officeDocument/2006/relationships/image" Target="../media/image269.emf"/></Relationships>
</file>

<file path=ppt/slides/_rels/slide9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6.emf"/><Relationship Id="rId18" Type="http://schemas.openxmlformats.org/officeDocument/2006/relationships/image" Target="../media/image311.emf"/><Relationship Id="rId26" Type="http://schemas.openxmlformats.org/officeDocument/2006/relationships/image" Target="../media/image319.emf"/><Relationship Id="rId3" Type="http://schemas.openxmlformats.org/officeDocument/2006/relationships/image" Target="../media/image296.emf"/><Relationship Id="rId21" Type="http://schemas.openxmlformats.org/officeDocument/2006/relationships/image" Target="../media/image314.emf"/><Relationship Id="rId34" Type="http://schemas.openxmlformats.org/officeDocument/2006/relationships/image" Target="../media/image327.emf"/><Relationship Id="rId7" Type="http://schemas.openxmlformats.org/officeDocument/2006/relationships/image" Target="../media/image300.emf"/><Relationship Id="rId12" Type="http://schemas.openxmlformats.org/officeDocument/2006/relationships/image" Target="../media/image305.emf"/><Relationship Id="rId17" Type="http://schemas.openxmlformats.org/officeDocument/2006/relationships/image" Target="../media/image310.emf"/><Relationship Id="rId25" Type="http://schemas.openxmlformats.org/officeDocument/2006/relationships/image" Target="../media/image318.emf"/><Relationship Id="rId33" Type="http://schemas.openxmlformats.org/officeDocument/2006/relationships/image" Target="../media/image326.emf"/><Relationship Id="rId2" Type="http://schemas.openxmlformats.org/officeDocument/2006/relationships/hyperlink" Target="https://www.ibm.com/design/language/iconography/pictograms/library" TargetMode="External"/><Relationship Id="rId16" Type="http://schemas.openxmlformats.org/officeDocument/2006/relationships/image" Target="../media/image309.emf"/><Relationship Id="rId20" Type="http://schemas.openxmlformats.org/officeDocument/2006/relationships/image" Target="../media/image313.emf"/><Relationship Id="rId29" Type="http://schemas.openxmlformats.org/officeDocument/2006/relationships/image" Target="../media/image322.emf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299.emf"/><Relationship Id="rId11" Type="http://schemas.openxmlformats.org/officeDocument/2006/relationships/image" Target="../media/image304.emf"/><Relationship Id="rId24" Type="http://schemas.openxmlformats.org/officeDocument/2006/relationships/image" Target="../media/image317.emf"/><Relationship Id="rId32" Type="http://schemas.openxmlformats.org/officeDocument/2006/relationships/image" Target="../media/image325.emf"/><Relationship Id="rId5" Type="http://schemas.openxmlformats.org/officeDocument/2006/relationships/image" Target="../media/image298.emf"/><Relationship Id="rId15" Type="http://schemas.openxmlformats.org/officeDocument/2006/relationships/image" Target="../media/image308.emf"/><Relationship Id="rId23" Type="http://schemas.openxmlformats.org/officeDocument/2006/relationships/image" Target="../media/image316.emf"/><Relationship Id="rId28" Type="http://schemas.openxmlformats.org/officeDocument/2006/relationships/image" Target="../media/image321.emf"/><Relationship Id="rId10" Type="http://schemas.openxmlformats.org/officeDocument/2006/relationships/image" Target="../media/image303.emf"/><Relationship Id="rId19" Type="http://schemas.openxmlformats.org/officeDocument/2006/relationships/image" Target="../media/image312.emf"/><Relationship Id="rId31" Type="http://schemas.openxmlformats.org/officeDocument/2006/relationships/image" Target="../media/image324.emf"/><Relationship Id="rId4" Type="http://schemas.openxmlformats.org/officeDocument/2006/relationships/image" Target="../media/image297.emf"/><Relationship Id="rId9" Type="http://schemas.openxmlformats.org/officeDocument/2006/relationships/image" Target="../media/image302.emf"/><Relationship Id="rId14" Type="http://schemas.openxmlformats.org/officeDocument/2006/relationships/image" Target="../media/image307.emf"/><Relationship Id="rId22" Type="http://schemas.openxmlformats.org/officeDocument/2006/relationships/image" Target="../media/image315.emf"/><Relationship Id="rId27" Type="http://schemas.openxmlformats.org/officeDocument/2006/relationships/image" Target="../media/image320.emf"/><Relationship Id="rId30" Type="http://schemas.openxmlformats.org/officeDocument/2006/relationships/image" Target="../media/image323.emf"/><Relationship Id="rId8" Type="http://schemas.openxmlformats.org/officeDocument/2006/relationships/image" Target="../media/image301.emf"/></Relationships>
</file>

<file path=ppt/slides/_rels/slide9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8.emf"/><Relationship Id="rId18" Type="http://schemas.openxmlformats.org/officeDocument/2006/relationships/image" Target="../media/image343.emf"/><Relationship Id="rId26" Type="http://schemas.openxmlformats.org/officeDocument/2006/relationships/image" Target="../media/image351.emf"/><Relationship Id="rId3" Type="http://schemas.openxmlformats.org/officeDocument/2006/relationships/image" Target="../media/image328.emf"/><Relationship Id="rId21" Type="http://schemas.openxmlformats.org/officeDocument/2006/relationships/image" Target="../media/image346.emf"/><Relationship Id="rId34" Type="http://schemas.openxmlformats.org/officeDocument/2006/relationships/image" Target="../media/image359.emf"/><Relationship Id="rId7" Type="http://schemas.openxmlformats.org/officeDocument/2006/relationships/image" Target="../media/image332.emf"/><Relationship Id="rId12" Type="http://schemas.openxmlformats.org/officeDocument/2006/relationships/image" Target="../media/image337.emf"/><Relationship Id="rId17" Type="http://schemas.openxmlformats.org/officeDocument/2006/relationships/image" Target="../media/image342.emf"/><Relationship Id="rId25" Type="http://schemas.openxmlformats.org/officeDocument/2006/relationships/image" Target="../media/image350.emf"/><Relationship Id="rId33" Type="http://schemas.openxmlformats.org/officeDocument/2006/relationships/image" Target="../media/image358.emf"/><Relationship Id="rId2" Type="http://schemas.openxmlformats.org/officeDocument/2006/relationships/hyperlink" Target="https://www.ibm.com/design/language/iconography/pictograms/library" TargetMode="External"/><Relationship Id="rId16" Type="http://schemas.openxmlformats.org/officeDocument/2006/relationships/image" Target="../media/image341.emf"/><Relationship Id="rId20" Type="http://schemas.openxmlformats.org/officeDocument/2006/relationships/image" Target="../media/image345.emf"/><Relationship Id="rId29" Type="http://schemas.openxmlformats.org/officeDocument/2006/relationships/image" Target="../media/image354.emf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331.emf"/><Relationship Id="rId11" Type="http://schemas.openxmlformats.org/officeDocument/2006/relationships/image" Target="../media/image336.emf"/><Relationship Id="rId24" Type="http://schemas.openxmlformats.org/officeDocument/2006/relationships/image" Target="../media/image349.emf"/><Relationship Id="rId32" Type="http://schemas.openxmlformats.org/officeDocument/2006/relationships/image" Target="../media/image357.emf"/><Relationship Id="rId5" Type="http://schemas.openxmlformats.org/officeDocument/2006/relationships/image" Target="../media/image330.emf"/><Relationship Id="rId15" Type="http://schemas.openxmlformats.org/officeDocument/2006/relationships/image" Target="../media/image340.emf"/><Relationship Id="rId23" Type="http://schemas.openxmlformats.org/officeDocument/2006/relationships/image" Target="../media/image348.emf"/><Relationship Id="rId28" Type="http://schemas.openxmlformats.org/officeDocument/2006/relationships/image" Target="../media/image353.emf"/><Relationship Id="rId10" Type="http://schemas.openxmlformats.org/officeDocument/2006/relationships/image" Target="../media/image335.emf"/><Relationship Id="rId19" Type="http://schemas.openxmlformats.org/officeDocument/2006/relationships/image" Target="../media/image344.emf"/><Relationship Id="rId31" Type="http://schemas.openxmlformats.org/officeDocument/2006/relationships/image" Target="../media/image356.emf"/><Relationship Id="rId4" Type="http://schemas.openxmlformats.org/officeDocument/2006/relationships/image" Target="../media/image329.emf"/><Relationship Id="rId9" Type="http://schemas.openxmlformats.org/officeDocument/2006/relationships/image" Target="../media/image334.emf"/><Relationship Id="rId14" Type="http://schemas.openxmlformats.org/officeDocument/2006/relationships/image" Target="../media/image339.emf"/><Relationship Id="rId22" Type="http://schemas.openxmlformats.org/officeDocument/2006/relationships/image" Target="../media/image347.emf"/><Relationship Id="rId27" Type="http://schemas.openxmlformats.org/officeDocument/2006/relationships/image" Target="../media/image352.emf"/><Relationship Id="rId30" Type="http://schemas.openxmlformats.org/officeDocument/2006/relationships/image" Target="../media/image355.emf"/><Relationship Id="rId8" Type="http://schemas.openxmlformats.org/officeDocument/2006/relationships/image" Target="../media/image333.emf"/></Relationships>
</file>

<file path=ppt/slides/_rels/slide9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70.emf"/><Relationship Id="rId18" Type="http://schemas.openxmlformats.org/officeDocument/2006/relationships/image" Target="../media/image375.emf"/><Relationship Id="rId26" Type="http://schemas.openxmlformats.org/officeDocument/2006/relationships/image" Target="../media/image383.emf"/><Relationship Id="rId3" Type="http://schemas.openxmlformats.org/officeDocument/2006/relationships/image" Target="../media/image360.emf"/><Relationship Id="rId21" Type="http://schemas.openxmlformats.org/officeDocument/2006/relationships/image" Target="../media/image378.emf"/><Relationship Id="rId34" Type="http://schemas.openxmlformats.org/officeDocument/2006/relationships/image" Target="../media/image391.emf"/><Relationship Id="rId7" Type="http://schemas.openxmlformats.org/officeDocument/2006/relationships/image" Target="../media/image364.emf"/><Relationship Id="rId12" Type="http://schemas.openxmlformats.org/officeDocument/2006/relationships/image" Target="../media/image369.emf"/><Relationship Id="rId17" Type="http://schemas.openxmlformats.org/officeDocument/2006/relationships/image" Target="../media/image374.emf"/><Relationship Id="rId25" Type="http://schemas.openxmlformats.org/officeDocument/2006/relationships/image" Target="../media/image382.emf"/><Relationship Id="rId33" Type="http://schemas.openxmlformats.org/officeDocument/2006/relationships/image" Target="../media/image390.emf"/><Relationship Id="rId2" Type="http://schemas.openxmlformats.org/officeDocument/2006/relationships/hyperlink" Target="https://www.ibm.com/design/language/iconography/pictograms/library" TargetMode="External"/><Relationship Id="rId16" Type="http://schemas.openxmlformats.org/officeDocument/2006/relationships/image" Target="../media/image373.emf"/><Relationship Id="rId20" Type="http://schemas.openxmlformats.org/officeDocument/2006/relationships/image" Target="../media/image377.emf"/><Relationship Id="rId29" Type="http://schemas.openxmlformats.org/officeDocument/2006/relationships/image" Target="../media/image386.emf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363.emf"/><Relationship Id="rId11" Type="http://schemas.openxmlformats.org/officeDocument/2006/relationships/image" Target="../media/image368.emf"/><Relationship Id="rId24" Type="http://schemas.openxmlformats.org/officeDocument/2006/relationships/image" Target="../media/image381.emf"/><Relationship Id="rId32" Type="http://schemas.openxmlformats.org/officeDocument/2006/relationships/image" Target="../media/image389.emf"/><Relationship Id="rId5" Type="http://schemas.openxmlformats.org/officeDocument/2006/relationships/image" Target="../media/image362.emf"/><Relationship Id="rId15" Type="http://schemas.openxmlformats.org/officeDocument/2006/relationships/image" Target="../media/image372.emf"/><Relationship Id="rId23" Type="http://schemas.openxmlformats.org/officeDocument/2006/relationships/image" Target="../media/image380.emf"/><Relationship Id="rId28" Type="http://schemas.openxmlformats.org/officeDocument/2006/relationships/image" Target="../media/image385.emf"/><Relationship Id="rId10" Type="http://schemas.openxmlformats.org/officeDocument/2006/relationships/image" Target="../media/image367.emf"/><Relationship Id="rId19" Type="http://schemas.openxmlformats.org/officeDocument/2006/relationships/image" Target="../media/image376.emf"/><Relationship Id="rId31" Type="http://schemas.openxmlformats.org/officeDocument/2006/relationships/image" Target="../media/image388.emf"/><Relationship Id="rId4" Type="http://schemas.openxmlformats.org/officeDocument/2006/relationships/image" Target="../media/image361.emf"/><Relationship Id="rId9" Type="http://schemas.openxmlformats.org/officeDocument/2006/relationships/image" Target="../media/image366.emf"/><Relationship Id="rId14" Type="http://schemas.openxmlformats.org/officeDocument/2006/relationships/image" Target="../media/image371.emf"/><Relationship Id="rId22" Type="http://schemas.openxmlformats.org/officeDocument/2006/relationships/image" Target="../media/image379.emf"/><Relationship Id="rId27" Type="http://schemas.openxmlformats.org/officeDocument/2006/relationships/image" Target="../media/image384.emf"/><Relationship Id="rId30" Type="http://schemas.openxmlformats.org/officeDocument/2006/relationships/image" Target="../media/image387.emf"/><Relationship Id="rId8" Type="http://schemas.openxmlformats.org/officeDocument/2006/relationships/image" Target="../media/image365.emf"/></Relationships>
</file>

<file path=ppt/slides/_rels/slide9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02.emf"/><Relationship Id="rId18" Type="http://schemas.openxmlformats.org/officeDocument/2006/relationships/image" Target="../media/image407.emf"/><Relationship Id="rId26" Type="http://schemas.openxmlformats.org/officeDocument/2006/relationships/image" Target="../media/image415.emf"/><Relationship Id="rId3" Type="http://schemas.openxmlformats.org/officeDocument/2006/relationships/image" Target="../media/image392.emf"/><Relationship Id="rId21" Type="http://schemas.openxmlformats.org/officeDocument/2006/relationships/image" Target="../media/image410.emf"/><Relationship Id="rId34" Type="http://schemas.openxmlformats.org/officeDocument/2006/relationships/image" Target="../media/image423.emf"/><Relationship Id="rId7" Type="http://schemas.openxmlformats.org/officeDocument/2006/relationships/image" Target="../media/image396.emf"/><Relationship Id="rId12" Type="http://schemas.openxmlformats.org/officeDocument/2006/relationships/image" Target="../media/image401.emf"/><Relationship Id="rId17" Type="http://schemas.openxmlformats.org/officeDocument/2006/relationships/image" Target="../media/image406.emf"/><Relationship Id="rId25" Type="http://schemas.openxmlformats.org/officeDocument/2006/relationships/image" Target="../media/image414.emf"/><Relationship Id="rId33" Type="http://schemas.openxmlformats.org/officeDocument/2006/relationships/image" Target="../media/image422.emf"/><Relationship Id="rId2" Type="http://schemas.openxmlformats.org/officeDocument/2006/relationships/hyperlink" Target="https://www.ibm.com/design/language/iconography/pictograms/library" TargetMode="External"/><Relationship Id="rId16" Type="http://schemas.openxmlformats.org/officeDocument/2006/relationships/image" Target="../media/image405.emf"/><Relationship Id="rId20" Type="http://schemas.openxmlformats.org/officeDocument/2006/relationships/image" Target="../media/image409.emf"/><Relationship Id="rId29" Type="http://schemas.openxmlformats.org/officeDocument/2006/relationships/image" Target="../media/image418.emf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395.emf"/><Relationship Id="rId11" Type="http://schemas.openxmlformats.org/officeDocument/2006/relationships/image" Target="../media/image400.emf"/><Relationship Id="rId24" Type="http://schemas.openxmlformats.org/officeDocument/2006/relationships/image" Target="../media/image413.emf"/><Relationship Id="rId32" Type="http://schemas.openxmlformats.org/officeDocument/2006/relationships/image" Target="../media/image421.emf"/><Relationship Id="rId5" Type="http://schemas.openxmlformats.org/officeDocument/2006/relationships/image" Target="../media/image394.emf"/><Relationship Id="rId15" Type="http://schemas.openxmlformats.org/officeDocument/2006/relationships/image" Target="../media/image404.emf"/><Relationship Id="rId23" Type="http://schemas.openxmlformats.org/officeDocument/2006/relationships/image" Target="../media/image412.emf"/><Relationship Id="rId28" Type="http://schemas.openxmlformats.org/officeDocument/2006/relationships/image" Target="../media/image417.emf"/><Relationship Id="rId10" Type="http://schemas.openxmlformats.org/officeDocument/2006/relationships/image" Target="../media/image399.emf"/><Relationship Id="rId19" Type="http://schemas.openxmlformats.org/officeDocument/2006/relationships/image" Target="../media/image408.emf"/><Relationship Id="rId31" Type="http://schemas.openxmlformats.org/officeDocument/2006/relationships/image" Target="../media/image420.emf"/><Relationship Id="rId4" Type="http://schemas.openxmlformats.org/officeDocument/2006/relationships/image" Target="../media/image393.emf"/><Relationship Id="rId9" Type="http://schemas.openxmlformats.org/officeDocument/2006/relationships/image" Target="../media/image398.emf"/><Relationship Id="rId14" Type="http://schemas.openxmlformats.org/officeDocument/2006/relationships/image" Target="../media/image403.emf"/><Relationship Id="rId22" Type="http://schemas.openxmlformats.org/officeDocument/2006/relationships/image" Target="../media/image411.emf"/><Relationship Id="rId27" Type="http://schemas.openxmlformats.org/officeDocument/2006/relationships/image" Target="../media/image416.emf"/><Relationship Id="rId30" Type="http://schemas.openxmlformats.org/officeDocument/2006/relationships/image" Target="../media/image419.emf"/><Relationship Id="rId8" Type="http://schemas.openxmlformats.org/officeDocument/2006/relationships/image" Target="../media/image397.emf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4.png"/><Relationship Id="rId1" Type="http://schemas.openxmlformats.org/officeDocument/2006/relationships/slideLayout" Target="../slideLayouts/slideLayout46.xml"/></Relationships>
</file>

<file path=ppt/slides/_rels/slide95.xml.rels><?xml version="1.0" encoding="UTF-8" standalone="yes"?>
<Relationships xmlns="http://schemas.openxmlformats.org/package/2006/relationships"><Relationship Id="rId3" Type="http://schemas.openxmlformats.org/officeDocument/2006/relationships/hyperlink" Target="mailto:email.address@ibm.com" TargetMode="External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7F61FB0-2071-7687-9125-270D4C4028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C6E6D6-034D-0B86-21EF-331BBC8ACF0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045" y="12166599"/>
            <a:ext cx="4942455" cy="1074293"/>
          </a:xfrm>
        </p:spPr>
        <p:txBody>
          <a:bodyPr/>
          <a:lstStyle/>
          <a:p>
            <a:r>
              <a:rPr lang="en-US" dirty="0"/>
              <a:t>Firstname Lastname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8B0768-851E-E6C9-CC65-4B5EC23E1A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/>
          <a:lstStyle/>
          <a:p>
            <a:r>
              <a:rPr lang="en-US" dirty="0">
                <a:hlinkClick r:id="rId3"/>
              </a:rPr>
              <a:t>email.address@ibm.com</a:t>
            </a:r>
            <a:endParaRPr lang="en-US"/>
          </a:p>
          <a:p>
            <a:r>
              <a:rPr lang="en-US" dirty="0"/>
              <a:t>123.456.7890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126D7B-9102-E21E-2B99-B96881816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1"/>
            <a:ext cx="10101072" cy="7308850"/>
          </a:xfrm>
        </p:spPr>
        <p:txBody>
          <a:bodyPr/>
          <a:lstStyle/>
          <a:p>
            <a:r>
              <a:rPr lang="en-US" dirty="0"/>
              <a:t>68/84/132pt title, </a:t>
            </a:r>
            <a:br>
              <a:rPr lang="en-US" dirty="0"/>
            </a:br>
            <a:r>
              <a:rPr lang="en-US" dirty="0"/>
              <a:t>5 lines maximum, </a:t>
            </a:r>
            <a:br>
              <a:rPr lang="en-US" dirty="0"/>
            </a:br>
            <a:r>
              <a:rPr lang="en-US" dirty="0"/>
              <a:t>sentence case</a:t>
            </a:r>
          </a:p>
        </p:txBody>
      </p:sp>
    </p:spTree>
    <p:extLst>
      <p:ext uri="{BB962C8B-B14F-4D97-AF65-F5344CB8AC3E}">
        <p14:creationId xmlns:p14="http://schemas.microsoft.com/office/powerpoint/2010/main" val="3868390392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1730372223183" id="{0A77C87C-1F66-5942-BF6F-687B96EEF514}" vid="{0EA68F6A-F767-2E42-87CF-AE74C22B1D55}"/>
    </a:ext>
  </a:extLst>
</a:theme>
</file>

<file path=ppt/theme/theme2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9747</Words>
  <Application>Microsoft Office PowerPoint</Application>
  <PresentationFormat>Custom</PresentationFormat>
  <Paragraphs>1375</Paragraphs>
  <Slides>94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94</vt:i4>
      </vt:variant>
    </vt:vector>
  </HeadingPairs>
  <TitlesOfParts>
    <vt:vector size="96" baseType="lpstr">
      <vt:lpstr>Arial</vt:lpstr>
      <vt:lpstr>IBM presentation template</vt:lpstr>
      <vt:lpstr>68/84/132pt title,  5 lines maximum,  sentence case</vt:lpstr>
      <vt:lpstr>68/84/132pt title,  5 lines maximum,  sentence case</vt:lpstr>
      <vt:lpstr>68/84/132pt title,  5 lines maximum,  sentence case  28/36pt subhead or presenter name and job title</vt:lpstr>
      <vt:lpstr>68/84/132pt title,  5 lines maximum,  sentence case</vt:lpstr>
      <vt:lpstr>68/84/132pt title,  5 lines maximum,  sentence case  28/36pt subhead or presenter name and job title</vt:lpstr>
      <vt:lpstr>68/84/132pt title,  4 lines maximum,  sentence case </vt:lpstr>
      <vt:lpstr>68/84pt Contents</vt:lpstr>
      <vt:lpstr>68/84pt section divider, 3 lines maximum</vt:lpstr>
      <vt:lpstr>168pt Go  simple and big  if possible</vt:lpstr>
      <vt:lpstr>36/42/68/84pt headline,  3 lines maximum,  sentence case</vt:lpstr>
      <vt:lpstr>PowerPoint Presentation</vt:lpstr>
      <vt:lpstr>PowerPoint Presentation</vt:lpstr>
      <vt:lpstr>28/36/42pt headline,  5 lines maximum, sentence case</vt:lpstr>
      <vt:lpstr>28/36/42pt headline,  5 lines maximum, sentence case</vt:lpstr>
      <vt:lpstr>+000M</vt:lpstr>
      <vt:lpstr>28/36/42pt headline,  5 lines maximum, sentence case</vt:lpstr>
      <vt:lpstr>28/36/42pt headline, 3 lines maximum, sentence case</vt:lpstr>
      <vt:lpstr>28/36/42pt headline, 3 lines maximum, sentence case</vt:lpstr>
      <vt:lpstr>28/36/42pt headline, 5 lines maximum, sentence case</vt:lpstr>
      <vt:lpstr>24/28pt, 2 lines maximum,  sentence case</vt:lpstr>
      <vt:lpstr>42/68pt</vt:lpstr>
      <vt:lpstr>42/68pt</vt:lpstr>
      <vt:lpstr>28/36/42pt headline, 3 lines maximum, sentence case</vt:lpstr>
      <vt:lpstr>68/84pt headline, 3 lines maximum, sentence case</vt:lpstr>
      <vt:lpstr>28/36/42pt headline,  5 lines maximum, sentence case</vt:lpstr>
      <vt:lpstr>68/84pt headline, 3 lines maximum, sentence case</vt:lpstr>
      <vt:lpstr>68/84pt headline, 3 lines maximum, sentence case</vt:lpstr>
      <vt:lpstr>28/36/42pt headline, 5 lines maximum, sentence case</vt:lpstr>
      <vt:lpstr>28/36/42pt headline, 5 lines maximum, sentence case</vt:lpstr>
      <vt:lpstr>42/68pt </vt:lpstr>
      <vt:lpstr>PowerPoint Presentation</vt:lpstr>
      <vt:lpstr>28/36/42pt headline,  5 lines maximum,  sentence case</vt:lpstr>
      <vt:lpstr>28/36/42pt headline,  5 lines maximum, sentence case</vt:lpstr>
      <vt:lpstr>68/84pt headline, 3 lines maximum, sentence case</vt:lpstr>
      <vt:lpstr>68/84pt headline, 3 lines maximum, sentence case</vt:lpstr>
      <vt:lpstr>PowerPoint Presentation</vt:lpstr>
      <vt:lpstr>PowerPoint Presentation</vt:lpstr>
      <vt:lpstr>68/84pt headline, 3 lines maximum, sentence case</vt:lpstr>
      <vt:lpstr>68/84pt headline, 3 lines maximum, sentence case</vt:lpstr>
      <vt:lpstr>28/36/42pt headline, 5 lines maximum, sentence case</vt:lpstr>
      <vt:lpstr>28/36/42pt headline, 5 lines maximum, sentence case</vt:lpstr>
      <vt:lpstr>28/36/42pt headline, 5 lines maximum, sentence case</vt:lpstr>
      <vt:lpstr>68/84pt headline</vt:lpstr>
      <vt:lpstr>28/36/42pt headline,  3 lines maximum, sentence case</vt:lpstr>
      <vt:lpstr>28/36/42pt headline, 3 lines maximum, sentence case</vt:lpstr>
      <vt:lpstr>28/36/42pt headline, 3 lines maximum, sentence case</vt:lpstr>
      <vt:lpstr>28/36/42pt headline, 3 lines maximum, sentence case</vt:lpstr>
      <vt:lpstr>PowerPoint Presentation</vt:lpstr>
      <vt:lpstr>PowerPoint Presentation</vt:lpstr>
      <vt:lpstr>28/36/42pt headline, 2 lines maximum, sentence case </vt:lpstr>
      <vt:lpstr>28/36/42pt headline, 5 lines maximum, sentence case </vt:lpstr>
      <vt:lpstr>28/36/42pt headline, 5 lines maximum, sentence case</vt:lpstr>
      <vt:lpstr>PowerPoint Presentation</vt:lpstr>
      <vt:lpstr>PowerPoint Presentation</vt:lpstr>
      <vt:lpstr>PowerPoint Presentation</vt:lpstr>
      <vt:lpstr>Meter</vt:lpstr>
      <vt:lpstr>Bar chart, dark</vt:lpstr>
      <vt:lpstr>Bar chart, light</vt:lpstr>
      <vt:lpstr>Donut, dark</vt:lpstr>
      <vt:lpstr>Donut, light</vt:lpstr>
      <vt:lpstr>Circular gauge</vt:lpstr>
      <vt:lpstr>Line graph</vt:lpstr>
      <vt:lpstr>Venn diagram, complex</vt:lpstr>
      <vt:lpstr>Venn diagram, fills</vt:lpstr>
      <vt:lpstr>Process diagram </vt:lpstr>
      <vt:lpstr>Technical diagram, dark</vt:lpstr>
      <vt:lpstr>Technical diagram, light</vt:lpstr>
      <vt:lpstr>Simplified diagram </vt:lpstr>
      <vt:lpstr>Gantt </vt:lpstr>
      <vt:lpstr>Timeline</vt:lpstr>
      <vt:lpstr>Hierarchy</vt:lpstr>
      <vt:lpstr>Proportion, square</vt:lpstr>
      <vt:lpstr>Proportion, circular</vt:lpstr>
      <vt:lpstr>Value tree</vt:lpstr>
      <vt:lpstr>RACI table</vt:lpstr>
      <vt:lpstr>Framework, light</vt:lpstr>
      <vt:lpstr>Framework, dark</vt:lpstr>
      <vt:lpstr>World map, simplified</vt:lpstr>
      <vt:lpstr>World map, simplified, pins</vt:lpstr>
      <vt:lpstr>World map, countries, pins</vt:lpstr>
      <vt:lpstr>World map, fills</vt:lpstr>
      <vt:lpstr>Pictograms—Black</vt:lpstr>
      <vt:lpstr>Pictograms—Black</vt:lpstr>
      <vt:lpstr>Pictograms—Black</vt:lpstr>
      <vt:lpstr>Pictograms—Black</vt:lpstr>
      <vt:lpstr>Pictograms—Black</vt:lpstr>
      <vt:lpstr>Pictograms—Black</vt:lpstr>
      <vt:lpstr>Pictograms—Blue 60</vt:lpstr>
      <vt:lpstr>Pictograms—Blue 60</vt:lpstr>
      <vt:lpstr>Pictograms—Blue 60</vt:lpstr>
      <vt:lpstr>Pictograms—Blue 60</vt:lpstr>
      <vt:lpstr>Pictograms—Blue 60</vt:lpstr>
      <vt:lpstr>Pictograms—Blue 60</vt:lpstr>
      <vt:lpstr>Microgrid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Diana Stanciulescu</dc:creator>
  <cp:keywords/>
  <dc:description/>
  <cp:lastModifiedBy>Richard Hogan</cp:lastModifiedBy>
  <cp:revision>1</cp:revision>
  <cp:lastPrinted>2019-04-25T15:14:05Z</cp:lastPrinted>
  <dcterms:created xsi:type="dcterms:W3CDTF">2024-10-31T10:55:27Z</dcterms:created>
  <dcterms:modified xsi:type="dcterms:W3CDTF">2026-01-15T11:13:33Z</dcterms:modified>
  <cp:category/>
</cp:coreProperties>
</file>