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62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24387175" cy="13716000"/>
  <p:notesSz cx="6858000" cy="9144000"/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240C83-B322-10D6-062F-819233246F17}" name="Diana Stanciulescu" initials="DS" userId="S::diana.stanciulescu@ro.ibm.com::8457c4d8-b183-4fb8-9506-2337bdfae6b8" providerId="AD"/>
  <p188:author id="{471F5894-9527-7E5F-AE6F-3881B44FA2B8}" name="Gabriel Barbu" initials="" userId="S::gabriel.barbu@ibm.com::3d0c1c4c-23d9-4258-9226-f99453c1293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26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94"/>
    <p:restoredTop sz="96327"/>
  </p:normalViewPr>
  <p:slideViewPr>
    <p:cSldViewPr snapToGrid="0" snapToObjects="1">
      <p:cViewPr varScale="1">
        <p:scale>
          <a:sx n="46" d="100"/>
          <a:sy n="46" d="100"/>
        </p:scale>
        <p:origin x="108" y="288"/>
      </p:cViewPr>
      <p:guideLst/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8/10/relationships/authors" Target="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IBM Plex Sans Light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Arial"/>
      <a:buChar char="–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Arial" panose="020B0604020202020204" pitchFamily="34" charset="0"/>
      <a:buChar char="•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Arial"/>
      <a:buChar char="–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Arial" charset="-120"/>
      <a:buChar char="»"/>
      <a:tabLst/>
      <a:defRPr sz="2000" b="0" i="0" kern="1200">
        <a:solidFill>
          <a:schemeClr val="bg1"/>
        </a:solidFill>
        <a:latin typeface="Arial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1"/>
            <a:ext cx="24387175" cy="121951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045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09935B61-CCB4-2F0F-6720-2DE3FDE1A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F3BE6BB-D7C0-3C9B-44F9-5D564E48D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951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-1"/>
            <a:ext cx="24387175" cy="12195175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7" name="Picture 6" descr="IBM 8-bar logo">
            <a:extLst>
              <a:ext uri="{FF2B5EF4-FFF2-40B4-BE49-F238E27FC236}">
                <a16:creationId xmlns:a16="http://schemas.microsoft.com/office/drawing/2014/main" id="{B4B109D8-FCAE-74D0-0B39-85BF626C84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9FACBA3-656A-1C9D-A350-7759736DCC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045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A47F09F-F9D8-7B01-E53E-EE9451C6A6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8FFB679-F0FF-1DD1-8243-9D4ADEF3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67043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4F73B63-FCC7-DAFC-5E97-E0D29B2DBF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1EEBBCD-6628-78CD-1209-20B2834A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87865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0468" y="12479147"/>
            <a:ext cx="11038445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81A5AEF9-6465-6773-9724-1305F8245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0F40089-D6C5-B905-B7FE-24BFF3580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71499"/>
            <a:ext cx="11043132" cy="12578663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5C99EA1F-50F2-8D44-9784-4C9D555553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0825"/>
            <a:ext cx="10099675" cy="9147175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0A3BE97F-BB78-DA67-3A9B-B2FBFA0DFC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Picture Placeholder 6" descr="Place imagery here">
            <a:extLst>
              <a:ext uri="{FF2B5EF4-FFF2-40B4-BE49-F238E27FC236}">
                <a16:creationId xmlns:a16="http://schemas.microsoft.com/office/drawing/2014/main" id="{54AE768F-E6B1-F789-5E61-E59B3DBA77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69913"/>
            <a:ext cx="11043132" cy="12580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3402093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4942078" cy="421005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6675" y="574675"/>
            <a:ext cx="4953000" cy="11617318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6" y="574675"/>
            <a:ext cx="4941888" cy="11620500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6491" cy="2663825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F412B5-726F-373A-86F7-2FBA60F1401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E2B1415-A9D9-645B-4DF0-7D16976DF7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4" y="301625"/>
            <a:ext cx="17141825" cy="8832850"/>
          </a:xfrm>
        </p:spPr>
        <p:txBody>
          <a:bodyPr/>
          <a:lstStyle>
            <a:lvl1pPr>
              <a:defRPr sz="16800" b="0" i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98A3D4B-A3E1-0D38-F80E-1D86FCFA4DA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CF46425-C9F2-46CE-AAEE-89D8A19E0F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9909175" cy="420967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7252" y="384048"/>
            <a:ext cx="11042073" cy="87784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0FC8337-4A61-6950-CEE5-DDB270D1074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8F57643-D39B-662E-5D14-6D9BFA200F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9EB6B2-A4A6-F162-D0FE-417694FC70F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434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DAC6A96-E5C9-E8BD-2383-9261674409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CC16BE-B09A-0C84-8A0B-5FE3F85FB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1025" y="311735"/>
            <a:ext cx="14649450" cy="10356265"/>
          </a:xfrm>
        </p:spPr>
        <p:txBody>
          <a:bodyPr/>
          <a:lstStyle>
            <a:lvl1pPr>
              <a:lnSpc>
                <a:spcPct val="100000"/>
              </a:lnSpc>
              <a:defRPr sz="84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576072"/>
            <a:ext cx="7623175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9994" y="9628222"/>
            <a:ext cx="11050588" cy="3353065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3587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2"/>
            <a:ext cx="7620000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67422" y="9628222"/>
            <a:ext cx="11049000" cy="3354293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1A64AF3-E67B-E80B-A5D3-6B3533C87F9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8C4F134-9B5D-407C-F525-B2FC25B7B5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63093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7"/>
            <a:ext cx="4951413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68263" y="359806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2334654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362979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70675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6FFD0-F317-D3D7-DE9D-AA1F4AB27EE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9D670E-69CE-BB86-FB88-291343BDEE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594475"/>
            <a:ext cx="11045952" cy="534009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1025" y="307086"/>
            <a:ext cx="4949825" cy="533558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307086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7850" y="6097732"/>
            <a:ext cx="232346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1025" y="6594475"/>
            <a:ext cx="4946904" cy="534009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ABB71-218D-3F6E-E3F7-5348FD395D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77BD92D-3A6C-2396-61D4-51D7CC5B1C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4048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2897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57517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957821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5125969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914082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9526645"/>
            <a:ext cx="4951411" cy="2668530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9670409"/>
            <a:ext cx="7620000" cy="25247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5C3AC-E4B9-F837-204B-FF01953D40B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2119C11-B0BD-168C-0C07-D70B259D390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576072"/>
            <a:ext cx="4942078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30AE7-F6A6-A339-0B24-876A9554C9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A616C3-34A8-1D7A-67C9-8B76F2D30BD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313497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247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70675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044825"/>
            <a:ext cx="0" cy="91454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E154F-497D-F356-4526-C17B1B098AC9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3714515-3CA1-0F75-0503-3208A09DFA76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B531E36-2064-83A6-3D5A-E40E324F8495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0587680-FBD6-A326-93E3-B3437A4124A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AE80882-A798-33A6-BF3F-DF9C75646C23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809E051-5EDC-532B-0D86-AA9349AAA053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23102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047999"/>
            <a:ext cx="4951413" cy="9156701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048000"/>
            <a:ext cx="495300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18859500" y="576072"/>
            <a:ext cx="495935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59500" y="3048000"/>
            <a:ext cx="495935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F2C39-1D80-7B1C-F53D-B11D6327AF07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6961C62-D766-8A68-1FA3-BF6BE095543D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707034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3" y="3048000"/>
            <a:ext cx="4942078" cy="45783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6828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8031" y="3047999"/>
            <a:ext cx="494212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7" y="3047999"/>
            <a:ext cx="4941886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C59ECBB-8567-F0FF-2B81-7CCA543AC3A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93F0BFF-6925-3869-6436-5F209217E4E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3EC1ADC5-863A-1C19-32F5-F71459CCB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3142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72E1DB67-171C-F7FE-B9F6-5778755FF74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6EF3DAE3-95FD-80AD-F6F4-79B5745FA45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89940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384048"/>
            <a:ext cx="4942078" cy="3117978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2" y="384048"/>
            <a:ext cx="4951414" cy="220126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153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5153" y="3047999"/>
            <a:ext cx="10096500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93AC5E-9451-FF93-87DD-889A48A00D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1F6E83E-BB80-D71A-7819-884C0CD47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649678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3047999"/>
            <a:ext cx="10099675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3047999"/>
            <a:ext cx="100965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E836C4-97D9-E198-E7C4-C2E94BADE6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1A72C-9D4B-8178-79CE-382DDE87CD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6491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1"/>
            <a:ext cx="4949825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71"/>
            <a:ext cx="4941888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BE2778-A9AA-3756-3479-C4A6DD4F0F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D49C41-81F4-5A73-2F6D-EF2D5E38372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821703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2078" cy="3995927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3087"/>
            <a:ext cx="4953000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3087"/>
            <a:ext cx="4941888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B9B0455-A1CF-B58E-3124-86D0B0DD2BB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64E5562-E403-533D-BEAD-AB50713ED1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95605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9476" cy="421017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96BE21-C69D-85CB-EE77-49D2E4993A0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BB179B0-7DF8-112C-BC38-B65090C6DD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70831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6" cy="3995927"/>
          </a:xfrm>
        </p:spPr>
        <p:txBody>
          <a:bodyPr rIns="0"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6675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42078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2FA1770-E046-DD8F-9F28-19D80D1D67C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1ADA982-549A-4D2D-490A-DE5610A5087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4075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4949825" cy="4210177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311058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16790"/>
            <a:ext cx="4951413" cy="9188588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7E14D98-D346-214C-0437-7A0B4A7F3F0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8CDC5D22-5EFB-A82A-2192-76A569B4B0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75E2B956-D8A8-9075-0842-BD0DAFFD41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BE2C4D34-A499-856F-2ED0-C6A511B884A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41252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24765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3642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1" y="83820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FC9DA86-6E63-7EF1-DAC1-7304033275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E7CD285-42F9-CF03-AB5C-1DC86205FBC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E664AD27-CDB8-1E16-6F0A-1A4FF8BD97F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2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4000"/>
            <a:ext cx="4948428" cy="3048000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8199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332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2" y="576072"/>
            <a:ext cx="4956175" cy="448056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3872"/>
            <a:ext cx="11044239" cy="4572128"/>
          </a:xfrm>
        </p:spPr>
        <p:txBody>
          <a:bodyPr rIns="457200"/>
          <a:lstStyle>
            <a:lvl1pPr>
              <a:lnSpc>
                <a:spcPct val="11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3088"/>
            <a:ext cx="4953000" cy="49447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3089"/>
            <a:ext cx="4959350" cy="49447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70674"/>
            <a:ext cx="4956048" cy="494690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70675"/>
            <a:ext cx="4953000" cy="494690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E66173E-891D-82A4-82E3-E5AEA6E5A2AC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7DC8C2E8-4EA9-1F1F-90D5-4F81A603270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810613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297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B933E98-EDAA-167B-D822-384AE57CFD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CE74F70-DD3B-B787-1122-8CC2F06AD0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3047254-F916-4821-F269-6EDEB3A3F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3" y="576072"/>
            <a:ext cx="4942078" cy="3995928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436229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384048"/>
            <a:ext cx="11036994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61589D3-5821-F43C-9924-D7FBDD5E84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EA471B4-B30A-F4D7-84E4-C54A4D1ACD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2DDB6A26-5D86-B23B-6F3C-2C3CB5694F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45FB691-1306-6B38-5976-DCC6B131E6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297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49D1F57-CBD7-AB1F-5A3C-1CE58F2696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A17AC693-6388-34F4-29E0-3DC728E297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6415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4" y="576071"/>
            <a:ext cx="4945063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6DFE032-E717-840D-774E-AC6218CA01A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19EFD5E-874A-DCAB-55D5-D376C79F2C6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813F20A-BEE4-B8A6-B7C6-A452A39FAD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6415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50973AC-ED14-F5BF-FFA2-3AA73BE9F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E127C12-10BF-D35C-4112-2B9F89481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6673850"/>
            <a:ext cx="4945062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6056091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499" y="1524000"/>
            <a:ext cx="4956048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1524000"/>
            <a:ext cx="4953000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523999"/>
            <a:ext cx="4946904" cy="399909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499" y="7623594"/>
            <a:ext cx="4956048" cy="39982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63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63500" y="7623594"/>
            <a:ext cx="4956048" cy="399829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623594"/>
            <a:ext cx="4946904" cy="39982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6C9A7FC-6BA2-EF1D-18D5-F605D8C7C00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C0294F07-890E-B2F9-0CAD-1B5AFB7648A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0E795639-6102-AB6C-5918-29F86236BFD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357E5319-53C7-E291-189E-B5A9A71EC85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C5786CF5-FEFB-F111-90C8-4410630FD7A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20554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6099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A0B1DF-AF8B-38B3-B47C-60722DFBF162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FD38FC2-A92F-D3A8-74D5-CE6E95D9C133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A5B6E0FE-2F6F-9D77-9834-2DF9E13E22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22E65FD-CDEF-1AA2-2521-5B200BF4B6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3C43A7A-FFA5-D00F-7BEB-AA5C5DA6FB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58C27E-CF79-F761-3827-DA392178DC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BF9C6F-22AC-2FF0-D8C9-37373CDEB3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84512172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192388-DAC3-247F-4457-03A65F8CDF3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2D75691-23B7-FADC-4357-CB3662EB377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CB17488F-3B5A-CD3F-8D89-787477C1F94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Horizontal row divider">
            <a:extLst>
              <a:ext uri="{FF2B5EF4-FFF2-40B4-BE49-F238E27FC236}">
                <a16:creationId xmlns:a16="http://schemas.microsoft.com/office/drawing/2014/main" id="{7B2108DD-FE3A-F98C-D857-CDFA3DAD96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3D0E68D-02AF-474A-3224-FF5108D233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83300"/>
            <a:ext cx="0" cy="61118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5600EFDE-928F-B419-8585-5582A68373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C1B1885-0510-1907-4EAD-DB9018C133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804D2DB-0651-E704-D761-49FB6352B7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900EBA3-CCC2-CE83-A620-B68ADAF8371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B4091C-FF62-7BAF-B996-F22392D5E7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1212167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3041649"/>
            <a:ext cx="4946904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0675" y="304164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76073"/>
            <a:ext cx="11041253" cy="12571602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5F8DDE-78BD-E2B6-1CAB-2A9EF14E9F7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2422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09C899-A6D4-3826-EAB8-A75F78607C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EB46264-65A0-272C-CC19-DCA9B58660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71500"/>
            <a:ext cx="17137063" cy="125793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7D5110-D587-CC11-18F6-FEB7AA2D785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8A69D316-0792-83BD-3912-71CDE3BB681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7850" y="571500"/>
            <a:ext cx="23226713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 descr="Place bio portrait here">
            <a:extLst>
              <a:ext uri="{FF2B5EF4-FFF2-40B4-BE49-F238E27FC236}">
                <a16:creationId xmlns:a16="http://schemas.microsoft.com/office/drawing/2014/main" id="{0B1677E6-5066-100D-29D6-CCAD04C21BC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79248" y="3044825"/>
            <a:ext cx="2462402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3" name="Picture Placeholder 7" descr="Place bio portrait here">
            <a:extLst>
              <a:ext uri="{FF2B5EF4-FFF2-40B4-BE49-F238E27FC236}">
                <a16:creationId xmlns:a16="http://schemas.microsoft.com/office/drawing/2014/main" id="{3DCE12BA-53E1-8B67-A029-029F1E6F91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79248" y="6096000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5" name="Picture Placeholder 7" descr="Place bio portrait here">
            <a:extLst>
              <a:ext uri="{FF2B5EF4-FFF2-40B4-BE49-F238E27FC236}">
                <a16:creationId xmlns:a16="http://schemas.microsoft.com/office/drawing/2014/main" id="{05E149CA-A25F-74EE-93DF-1A877CDE924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79248" y="9140825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5" name="Picture Placeholder 7" descr="Place bio portrait here">
            <a:extLst>
              <a:ext uri="{FF2B5EF4-FFF2-40B4-BE49-F238E27FC236}">
                <a16:creationId xmlns:a16="http://schemas.microsoft.com/office/drawing/2014/main" id="{AAC7C1AD-0F8C-4D02-0112-981444AFE9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2766675" y="3044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7" name="Picture Placeholder 7" descr="Place bio portrait here">
            <a:extLst>
              <a:ext uri="{FF2B5EF4-FFF2-40B4-BE49-F238E27FC236}">
                <a16:creationId xmlns:a16="http://schemas.microsoft.com/office/drawing/2014/main" id="{22271FFB-E2D1-459B-4089-A291A1110AE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2766675" y="6096000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9" name="Picture Placeholder 7" descr="Place bio portrait here">
            <a:extLst>
              <a:ext uri="{FF2B5EF4-FFF2-40B4-BE49-F238E27FC236}">
                <a16:creationId xmlns:a16="http://schemas.microsoft.com/office/drawing/2014/main" id="{F3C99020-5BF1-8A8C-BDCB-42766A5B9BE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2766675" y="9140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D4D4C25-96EE-FF6D-B301-962CD7A6366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A0E5B0D-36A0-4281-7D57-C2CC4453113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3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71499"/>
            <a:ext cx="17145000" cy="11623675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694FFFD-5196-625E-C3FC-9AB6BB13FC3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D2D25A8-2AEC-F554-8D58-47C112486D4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29029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1527049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FFC916-9B64-A7DC-672D-A4AFA1AE96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7500" y="12782487"/>
            <a:ext cx="5524500" cy="425450"/>
          </a:xfrm>
        </p:spPr>
        <p:txBody>
          <a:bodyPr anchor="b" anchorCtr="0"/>
          <a:lstStyle>
            <a:lvl1pPr>
              <a:defRPr sz="1600" b="0" i="0">
                <a:latin typeface="Arial" panose="020B0604020202020204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9164AB-EDCE-C638-F61C-8C578896FB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1025" y="12896850"/>
            <a:ext cx="4946650" cy="311150"/>
          </a:xfrm>
        </p:spPr>
        <p:txBody>
          <a:bodyPr anchor="b" anchorCtr="0"/>
          <a:lstStyle>
            <a:lvl1pPr>
              <a:defRPr sz="1600" b="0" i="0">
                <a:latin typeface="Arial" panose="020B0604020202020204" pitchFamily="34" charset="0"/>
              </a:defRPr>
            </a:lvl1pPr>
            <a:lvl2pPr>
              <a:defRPr sz="1600" b="0" i="0">
                <a:latin typeface="Arial" panose="020B0503050203000203" pitchFamily="34" charset="0"/>
              </a:defRPr>
            </a:lvl2pPr>
            <a:lvl3pPr>
              <a:defRPr sz="1600" b="0" i="0">
                <a:latin typeface="Arial" panose="020B0503050203000203" pitchFamily="34" charset="0"/>
              </a:defRPr>
            </a:lvl3pPr>
            <a:lvl4pPr>
              <a:defRPr sz="1600" b="0" i="0">
                <a:latin typeface="Arial" panose="020B0503050203000203" pitchFamily="34" charset="0"/>
              </a:defRPr>
            </a:lvl4pPr>
            <a:lvl5pPr>
              <a:defRPr sz="1600" b="0" i="0">
                <a:latin typeface="Arial" panose="020B0503050203000203" pitchFamily="34" charset="0"/>
              </a:defRPr>
            </a:lvl5pPr>
          </a:lstStyle>
          <a:p>
            <a:pPr lvl="0"/>
            <a:r>
              <a:rPr lang="en-US" dirty="0"/>
              <a:t>Footer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7F82DC0-D267-F23F-7E4C-1C2FF243E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US" dirty="0"/>
              <a:t>Lorem ipsum dolor sit amet donec quam felis ultricies nec pellentesque eu pretium quis sem. Nulla conset massa </a:t>
            </a:r>
            <a:br>
              <a:rPr lang="en-US" dirty="0"/>
            </a:br>
            <a:r>
              <a:rPr lang="en-US" dirty="0"/>
              <a:t>quis enim.</a:t>
            </a:r>
          </a:p>
        </p:txBody>
      </p:sp>
    </p:spTree>
    <p:extLst>
      <p:ext uri="{BB962C8B-B14F-4D97-AF65-F5344CB8AC3E}">
        <p14:creationId xmlns:p14="http://schemas.microsoft.com/office/powerpoint/2010/main" val="3264910353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2422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62675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C628C1A-F2DD-6011-5846-A9A3A6D3BD7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187956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2422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63500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5CA4A6F-2777-D002-EE9E-92C246A4DA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FBFB86A-A7DC-B54C-4EEC-B69E1897903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6161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, no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719226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60829" y="12951714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468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867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1024" y="1282328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Footer text (optional)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4" r:id="rId1"/>
    <p:sldLayoutId id="2147483945" r:id="rId2"/>
    <p:sldLayoutId id="2147483904" r:id="rId3"/>
    <p:sldLayoutId id="2147483905" r:id="rId4"/>
    <p:sldLayoutId id="2147483901" r:id="rId5"/>
    <p:sldLayoutId id="2147483692" r:id="rId6"/>
    <p:sldLayoutId id="2147483906" r:id="rId7"/>
    <p:sldLayoutId id="2147483907" r:id="rId8"/>
    <p:sldLayoutId id="2147483910" r:id="rId9"/>
    <p:sldLayoutId id="2147483908" r:id="rId10"/>
    <p:sldLayoutId id="2147483909" r:id="rId11"/>
    <p:sldLayoutId id="2147483912" r:id="rId12"/>
    <p:sldLayoutId id="2147483914" r:id="rId13"/>
    <p:sldLayoutId id="2147483915" r:id="rId14"/>
    <p:sldLayoutId id="2147483913" r:id="rId15"/>
    <p:sldLayoutId id="2147483917" r:id="rId16"/>
    <p:sldLayoutId id="2147483942" r:id="rId17"/>
    <p:sldLayoutId id="2147483919" r:id="rId18"/>
    <p:sldLayoutId id="2147483929" r:id="rId19"/>
    <p:sldLayoutId id="2147483920" r:id="rId20"/>
    <p:sldLayoutId id="2147483930" r:id="rId21"/>
    <p:sldLayoutId id="2147483928" r:id="rId22"/>
    <p:sldLayoutId id="2147483948" r:id="rId23"/>
    <p:sldLayoutId id="2147483927" r:id="rId24"/>
    <p:sldLayoutId id="2147483950" r:id="rId25"/>
    <p:sldLayoutId id="2147483921" r:id="rId26"/>
    <p:sldLayoutId id="2147483916" r:id="rId27"/>
    <p:sldLayoutId id="2147483922" r:id="rId28"/>
    <p:sldLayoutId id="2147483953" r:id="rId29"/>
    <p:sldLayoutId id="2147483956" r:id="rId30"/>
    <p:sldLayoutId id="2147483923" r:id="rId31"/>
    <p:sldLayoutId id="2147483924" r:id="rId32"/>
    <p:sldLayoutId id="2147483926" r:id="rId33"/>
    <p:sldLayoutId id="2147483925" r:id="rId34"/>
    <p:sldLayoutId id="2147483959" r:id="rId35"/>
    <p:sldLayoutId id="2147483937" r:id="rId36"/>
    <p:sldLayoutId id="2147483932" r:id="rId37"/>
    <p:sldLayoutId id="2147483934" r:id="rId38"/>
    <p:sldLayoutId id="2147483935" r:id="rId39"/>
    <p:sldLayoutId id="2147483936" r:id="rId40"/>
    <p:sldLayoutId id="2147483938" r:id="rId41"/>
    <p:sldLayoutId id="2147483939" r:id="rId42"/>
    <p:sldLayoutId id="2147483964" r:id="rId43"/>
    <p:sldLayoutId id="2147483940" r:id="rId44"/>
    <p:sldLayoutId id="2147483960" r:id="rId45"/>
    <p:sldLayoutId id="2147483943" r:id="rId46"/>
    <p:sldLayoutId id="2147483963" r:id="rId47"/>
    <p:sldLayoutId id="2147483941" r:id="rId48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9" orient="horz" pos="3840" userDrawn="1">
          <p15:clr>
            <a:srgbClr val="EE5396"/>
          </p15:clr>
        </p15:guide>
        <p15:guide id="20" orient="horz" pos="958" userDrawn="1">
          <p15:clr>
            <a:srgbClr val="EE5396"/>
          </p15:clr>
        </p15:guide>
        <p15:guide id="25" orient="horz" pos="7682" userDrawn="1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30" orient="horz" pos="1918" userDrawn="1">
          <p15:clr>
            <a:srgbClr val="EE5396"/>
          </p15:clr>
        </p15:guide>
        <p15:guide id="32" orient="horz" pos="6720" userDrawn="1">
          <p15:clr>
            <a:srgbClr val="EE5396"/>
          </p15:clr>
        </p15:guide>
        <p15:guide id="33" orient="horz" pos="2880" userDrawn="1">
          <p15:clr>
            <a:srgbClr val="EE5396"/>
          </p15:clr>
        </p15:guide>
        <p15:guide id="34" orient="horz" pos="4800" userDrawn="1">
          <p15:clr>
            <a:srgbClr val="EE5396"/>
          </p15:clr>
        </p15:guide>
        <p15:guide id="35" orient="horz" pos="5758" userDrawn="1">
          <p15:clr>
            <a:srgbClr val="EE5396"/>
          </p15:clr>
        </p15:guide>
        <p15:guide id="36" orient="horz" pos="8284" userDrawn="1">
          <p15:clr>
            <a:srgbClr val="9FCC3B"/>
          </p15:clr>
        </p15:guide>
        <p15:guide id="37" orient="horz" pos="3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1730372223183" id="{0A77C87C-1F66-5942-BF6F-687B96EEF514}" vid="{0EA68F6A-F767-2E42-87CF-AE74C22B1D55}"/>
    </a:ext>
  </a:extLst>
</a:theme>
</file>

<file path=ppt/theme/theme2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IBM presentation template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Diana Stanciulescu</dc:creator>
  <cp:keywords/>
  <dc:description/>
  <cp:lastModifiedBy>Richard Hogan</cp:lastModifiedBy>
  <cp:revision>2</cp:revision>
  <cp:lastPrinted>2019-04-25T15:14:05Z</cp:lastPrinted>
  <dcterms:created xsi:type="dcterms:W3CDTF">2024-10-31T10:55:27Z</dcterms:created>
  <dcterms:modified xsi:type="dcterms:W3CDTF">2026-01-15T13:14:55Z</dcterms:modified>
  <cp:category/>
</cp:coreProperties>
</file>