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3"/>
  </p:notesMasterIdLst>
  <p:handoutMasterIdLst>
    <p:handoutMasterId r:id="rId4"/>
  </p:handoutMasterIdLst>
  <p:sldIdLst>
    <p:sldId r:id="rId11-created" id="256"/>
    <p:sldId r:id="rId12-created" id="257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26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94"/>
    <p:restoredTop sz="96327"/>
  </p:normalViewPr>
  <p:slideViewPr>
    <p:cSldViewPr snapToGrid="0" snapToObjects="1">
      <p:cViewPr varScale="1">
        <p:scale>
          <a:sx n="46" d="100"/>
          <a:sy n="46" d="100"/>
        </p:scale>
        <p:origin x="108" y="288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Relationship Id="rId11-created" Type="http://schemas.openxmlformats.org/officeDocument/2006/relationships/slide" Target="slides/slide2.xml"/><Relationship Id="rId12-created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Arial" panose="020B0604020202020204" pitchFamily="34" charset="0"/>
      <a:buChar char="•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Arial"/>
      <a:buChar char="–"/>
      <a:tabLst/>
      <a:defRPr sz="12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Arial" charset="-120"/>
      <a:buChar char="»"/>
      <a:tabLst/>
      <a:defRPr sz="2000" b="0" i="0" kern="1200">
        <a:solidFill>
          <a:schemeClr val="bg1"/>
        </a:solidFill>
        <a:latin typeface="Arial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045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0468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544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0825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4" y="301625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43476" cy="3810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1025" y="311735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994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7422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63093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359806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62979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1025" y="307086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708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1025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247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3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6828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2422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3087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3087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6675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6675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8199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6675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3088"/>
            <a:ext cx="4953000" cy="49447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3089"/>
            <a:ext cx="4959350" cy="49447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70674"/>
            <a:ext cx="4956048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70675"/>
            <a:ext cx="4953000" cy="494690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E66173E-891D-82A4-82E3-E5AEA6E5A2A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7DC8C2E8-4EA9-1F1F-90D5-4F81A60327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2423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3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2DDB6A26-5D86-B23B-6F3C-2C3CB5694F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45FB691-1306-6B38-5976-DCC6B131E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297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49D1F57-CBD7-AB1F-5A3C-1CE58F2696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7AC693-6388-34F4-29E0-3DC728E29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4" y="576071"/>
            <a:ext cx="4945063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6673850"/>
            <a:ext cx="4945062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6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2422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9248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9248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9248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66675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66675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66675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1499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9164AB-EDCE-C638-F61C-8C578896F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1025" y="12896850"/>
            <a:ext cx="4946650" cy="311150"/>
          </a:xfrm>
        </p:spPr>
        <p:txBody>
          <a:bodyPr anchor="b" anchorCtr="0"/>
          <a:lstStyle>
            <a:lvl1pPr>
              <a:defRPr sz="1600" b="0" i="0">
                <a:latin typeface="Arial" panose="020B0604020202020204" pitchFamily="34" charset="0"/>
              </a:defRPr>
            </a:lvl1pPr>
            <a:lvl2pPr>
              <a:defRPr sz="1600" b="0" i="0">
                <a:latin typeface="Arial" panose="020B0503050203000203" pitchFamily="34" charset="0"/>
              </a:defRPr>
            </a:lvl2pPr>
            <a:lvl3pPr>
              <a:defRPr sz="1600" b="0" i="0">
                <a:latin typeface="Arial" panose="020B0503050203000203" pitchFamily="34" charset="0"/>
              </a:defRPr>
            </a:lvl3pPr>
            <a:lvl4pPr>
              <a:defRPr sz="1600" b="0" i="0">
                <a:latin typeface="Arial" panose="020B0503050203000203" pitchFamily="34" charset="0"/>
              </a:defRPr>
            </a:lvl4pPr>
            <a:lvl5pPr>
              <a:defRPr sz="1600" b="0" i="0"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Footer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F82DC0-D267-F23F-7E4C-1C2FF243E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8288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36576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548640" indent="-182880">
              <a:spcBef>
                <a:spcPts val="0"/>
              </a:spcBef>
              <a:defRPr sz="2800" b="0" i="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pPr lvl="0"/>
            <a:r>
              <a:rPr lang="en-US" dirty="0"/>
              <a:t>Lorem ipsum dolor sit amet donec quam felis ultricies nec pellentesque eu pretium quis sem. Nulla conset massa </a:t>
            </a:r>
            <a:br>
              <a:rPr lang="en-US" dirty="0"/>
            </a:br>
            <a:r>
              <a:rPr lang="en-US" dirty="0"/>
              <a:t>quis enim.</a:t>
            </a:r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2422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3088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Arial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22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60829" y="12951538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60829" y="12951714"/>
            <a:ext cx="251671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4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Footer text (optional)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  <p:sldLayoutId id="2147483980" r:id="rId18"/>
    <p:sldLayoutId id="2147483981" r:id="rId19"/>
    <p:sldLayoutId id="2147483982" r:id="rId20"/>
    <p:sldLayoutId id="2147483983" r:id="rId21"/>
    <p:sldLayoutId id="2147483984" r:id="rId22"/>
    <p:sldLayoutId id="2147483985" r:id="rId23"/>
    <p:sldLayoutId id="2147483986" r:id="rId24"/>
    <p:sldLayoutId id="2147483987" r:id="rId25"/>
    <p:sldLayoutId id="2147483988" r:id="rId26"/>
    <p:sldLayoutId id="2147483989" r:id="rId27"/>
    <p:sldLayoutId id="2147483990" r:id="rId28"/>
    <p:sldLayoutId id="2147483991" r:id="rId29"/>
    <p:sldLayoutId id="2147483992" r:id="rId30"/>
    <p:sldLayoutId id="2147483993" r:id="rId31"/>
    <p:sldLayoutId id="2147483994" r:id="rId32"/>
    <p:sldLayoutId id="2147483995" r:id="rId33"/>
    <p:sldLayoutId id="2147483996" r:id="rId34"/>
    <p:sldLayoutId id="2147483997" r:id="rId35"/>
    <p:sldLayoutId id="2147483998" r:id="rId36"/>
    <p:sldLayoutId id="2147483999" r:id="rId37"/>
    <p:sldLayoutId id="2147484000" r:id="rId38"/>
    <p:sldLayoutId id="2147484001" r:id="rId39"/>
    <p:sldLayoutId id="2147484002" r:id="rId40"/>
    <p:sldLayoutId id="2147484003" r:id="rId41"/>
    <p:sldLayoutId id="2147484004" r:id="rId42"/>
    <p:sldLayoutId id="2147484005" r:id="rId43"/>
    <p:sldLayoutId id="2147484006" r:id="rId44"/>
    <p:sldLayoutId id="2147484007" r:id="rId45"/>
    <p:sldLayoutId id="2147484008" r:id="rId46"/>
    <p:sldLayoutId id="2147484009" r:id="rId47"/>
    <p:sldLayoutId id="2147484010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Arial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01a2c82-f973-4556-b9d8-a3f0a5b87ee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Slide</a:t>
            </a:r>
            <a:endParaRPr lang="en-US" sz="2400" dirty="0"/>
          </a:p>
        </p:txBody>
      </p:sp>
      <p:sp>
        <p:nvSpPr>
          <p:cNvPr id="3" name="620f2e37-d090-4a8b-9a08-08ac2b5b859d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1</a:t>
            </a:r>
            <a:endParaRPr lang="en-US" sz="1400" dirty="0"/>
          </a:p>
        </p:txBody>
      </p:sp>
      <p:sp>
        <p:nvSpPr>
          <p:cNvPr id="4" name="25f99de6-e15b-4936-90a0-036e3eeaa528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9531f99-e2d6-4ba8-8f3f-5fca25051465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</a:t>
            </a:r>
            <a:endParaRPr lang="en-US" sz="2400" dirty="0"/>
          </a:p>
        </p:txBody>
      </p:sp>
      <p:sp>
        <p:nvSpPr>
          <p:cNvPr id="3" name="50723f91-9e8a-4af2-a2f7-70dda3e54a5d"/>
          <p:cNvSpPr/>
          <p:nvPr/>
        </p:nvSpPr>
        <p:spPr>
          <a:xfrm>
            <a:off x="4572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</a:t>
            </a:r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B</a:t>
            </a:r>
            <a:endParaRPr lang="en-US" sz="1400" dirty="0"/>
          </a:p>
        </p:txBody>
      </p:sp>
      <p:sp>
        <p:nvSpPr>
          <p:cNvPr id="4" name="2de8bf16-95bd-4a07-b25f-21e276d8415f"/>
          <p:cNvSpPr/>
          <p:nvPr/>
        </p:nvSpPr>
        <p:spPr>
          <a:xfrm>
            <a:off x="4572000" y="164592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Sub-point C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433987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72223183" id="{0A77C87C-1F66-5942-BF6F-687B96EEF514}" vid="{0EA68F6A-F767-2E42-87CF-AE74C22B1D55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IBM presentation template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Richard Hogan</cp:lastModifiedBy>
  <cp:revision>2</cp:revision>
  <cp:lastPrinted>2019-04-25T15:14:05Z</cp:lastPrinted>
  <dcterms:created xsi:type="dcterms:W3CDTF">2024-10-31T10:55:27Z</dcterms:created>
  <dcterms:modified xsi:type="dcterms:W3CDTF">2026-01-15T13:14:55Z</dcterms:modified>
  <cp:category/>
</cp:coreProperties>
</file>