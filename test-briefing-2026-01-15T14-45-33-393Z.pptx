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962" r:id="rId1"/>
  </p:sldMasterIdLst>
  <p:notesMasterIdLst>
    <p:notesMasterId r:id="rId3"/>
  </p:notesMasterIdLst>
  <p:handoutMasterIdLst>
    <p:handoutMasterId r:id="rId4"/>
  </p:handoutMasterIdLst>
  <p:sldIdLst>
    <p:sldId r:id="rId11-created" id="256"/>
    <p:sldId r:id="rId12-created" id="257"/>
    <p:sldId r:id="rId13-created" id="258"/>
    <p:sldId r:id="rId14-created" id="259"/>
    <p:sldId r:id="rId15-created" id="260"/>
    <p:sldId r:id="rId16-created" id="261"/>
    <p:sldId r:id="rId17-created" id="262"/>
    <p:sldId r:id="rId18-created" id="263"/>
    <p:sldId r:id="rId19-created" id="264"/>
    <p:sldId r:id="rId20-created" id="265"/>
    <p:sldId r:id="rId21-created" id="266"/>
    <p:sldId r:id="rId22-created" id="267"/>
    <p:sldId r:id="rId23-created" id="268"/>
    <p:sldId r:id="rId24-created" id="269"/>
    <p:sldId r:id="rId25-created" id="270"/>
    <p:sldId r:id="rId26-created" id="271"/>
    <p:sldId r:id="rId27-created" id="272"/>
    <p:sldId r:id="rId28-created" id="273"/>
    <p:sldId r:id="rId29-created" id="274"/>
    <p:sldId r:id="rId30-created" id="275"/>
    <p:sldId r:id="rId31-created" id="276"/>
    <p:sldId r:id="rId32-created" id="277"/>
    <p:sldId r:id="rId33-created" id="278"/>
    <p:sldId r:id="rId34-created" id="279"/>
    <p:sldId r:id="rId35-created" id="280"/>
    <p:sldId r:id="rId36-created" id="281"/>
    <p:sldId r:id="rId37-created" id="282"/>
    <p:sldId r:id="rId38-created" id="283"/>
    <p:sldId r:id="rId39-created" id="284"/>
    <p:sldId r:id="rId40-created" id="285"/>
    <p:sldId r:id="rId41-created" id="286"/>
    <p:sldId r:id="rId42-created" id="287"/>
    <p:sldId r:id="rId43-created" id="288"/>
    <p:sldId r:id="rId44-created" id="289"/>
    <p:sldId r:id="rId45-created" id="290"/>
    <p:sldId r:id="rId46-created" id="291"/>
    <p:sldId r:id="rId47-created" id="292"/>
    <p:sldId r:id="rId48-created" id="293"/>
    <p:sldId r:id="rId49-created" id="294"/>
    <p:sldId r:id="rId50-created" id="295"/>
    <p:sldId r:id="rId51-created" id="296"/>
    <p:sldId r:id="rId52-created" id="297"/>
    <p:sldId r:id="rId53-created" id="298"/>
  </p:sldIdLst>
  <p:sldSz cx="24387175" cy="13716000"/>
  <p:notesSz cx="6858000" cy="9144000"/>
  <p:defaultTextStyle>
    <a:defPPr>
      <a:defRPr lang="en-US"/>
    </a:defPPr>
    <a:lvl1pPr marL="0" algn="l" defTabSz="1829379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1pPr>
    <a:lvl2pPr marL="914688" algn="l" defTabSz="1829379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2pPr>
    <a:lvl3pPr marL="1829379" algn="l" defTabSz="1829379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3pPr>
    <a:lvl4pPr marL="2744068" algn="l" defTabSz="1829379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4pPr>
    <a:lvl5pPr marL="3658759" algn="l" defTabSz="1829379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5pPr>
    <a:lvl6pPr marL="4573447" algn="l" defTabSz="1829379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6pPr>
    <a:lvl7pPr marL="5488138" algn="l" defTabSz="1829379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7pPr>
    <a:lvl8pPr marL="6402827" algn="l" defTabSz="1829379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8pPr>
    <a:lvl9pPr marL="7317518" algn="l" defTabSz="1829379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C7240C83-B322-10D6-062F-819233246F17}" name="Diana Stanciulescu" initials="DS" userId="S::diana.stanciulescu@ro.ibm.com::8457c4d8-b183-4fb8-9506-2337bdfae6b8" providerId="AD"/>
  <p188:author id="{471F5894-9527-7E5F-AE6F-3881B44FA2B8}" name="Gabriel Barbu" initials="" userId="S::gabriel.barbu@ibm.com::3d0c1c4c-23d9-4258-9226-f99453c12930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Zachary Anderson" initials="ZA" lastIdx="26" clrIdx="0">
    <p:extLst>
      <p:ext uri="{19B8F6BF-5375-455C-9EA6-DF929625EA0E}">
        <p15:presenceInfo xmlns:p15="http://schemas.microsoft.com/office/powerpoint/2012/main" userId="S::zanderson@vsapartners.com::b6da4b55-2f36-4779-ba8b-606d779a32e3" providerId="AD"/>
      </p:ext>
    </p:extLst>
  </p:cmAuthor>
  <p:cmAuthor id="2" name="Liz Sadler" initials="LS" lastIdx="36" clrIdx="1">
    <p:extLst>
      <p:ext uri="{19B8F6BF-5375-455C-9EA6-DF929625EA0E}">
        <p15:presenceInfo xmlns:p15="http://schemas.microsoft.com/office/powerpoint/2012/main" userId="Liz Sadler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7260"/>
    <a:srgbClr val="FF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194"/>
    <p:restoredTop sz="96327"/>
  </p:normalViewPr>
  <p:slideViewPr>
    <p:cSldViewPr snapToGrid="0" snapToObjects="1">
      <p:cViewPr varScale="1">
        <p:scale>
          <a:sx n="46" d="100"/>
          <a:sy n="46" d="100"/>
        </p:scale>
        <p:origin x="108" y="288"/>
      </p:cViewPr>
      <p:guideLst/>
    </p:cSldViewPr>
  </p:slideViewPr>
  <p:outlineViewPr>
    <p:cViewPr>
      <p:scale>
        <a:sx n="33" d="100"/>
        <a:sy n="33" d="100"/>
      </p:scale>
      <p:origin x="-56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97" d="100"/>
          <a:sy n="97" d="100"/>
        </p:scale>
        <p:origin x="4328" y="200"/>
      </p:cViewPr>
      <p:guideLst/>
    </p:cSldViewPr>
  </p:notesViewPr>
  <p:gridSpacing cx="72008" cy="72008"/>
</p:viewPr>
</file>

<file path=ppt/_rels/presentation.xml.rels><?xml version="1.0" encoding="UTF-8" standalone="yes"?>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notesMaster" Target="notesMasters/notesMaster1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commentAuthors" Target="commentAuthors.xml"/><Relationship Id="rId10" Type="http://schemas.microsoft.com/office/2018/10/relationships/authors" Target="authors.xml"/><Relationship Id="rId4" Type="http://schemas.openxmlformats.org/officeDocument/2006/relationships/handoutMaster" Target="handoutMasters/handoutMaster1.xml"/><Relationship Id="rId9" Type="http://schemas.openxmlformats.org/officeDocument/2006/relationships/tableStyles" Target="tableStyles.xml"/><Relationship Id="rId11-created" Type="http://schemas.openxmlformats.org/officeDocument/2006/relationships/slide" Target="slides/slide2.xml"/><Relationship Id="rId12-created" Type="http://schemas.openxmlformats.org/officeDocument/2006/relationships/slide" Target="slides/slide3.xml"/><Relationship Id="rId13-created" Type="http://schemas.openxmlformats.org/officeDocument/2006/relationships/slide" Target="slides/slide4.xml"/><Relationship Id="rId14-created" Type="http://schemas.openxmlformats.org/officeDocument/2006/relationships/slide" Target="slides/slide5.xml"/><Relationship Id="rId15-created" Type="http://schemas.openxmlformats.org/officeDocument/2006/relationships/slide" Target="slides/slide6.xml"/><Relationship Id="rId16-created" Type="http://schemas.openxmlformats.org/officeDocument/2006/relationships/slide" Target="slides/slide7.xml"/><Relationship Id="rId17-created" Type="http://schemas.openxmlformats.org/officeDocument/2006/relationships/slide" Target="slides/slide8.xml"/><Relationship Id="rId18-created" Type="http://schemas.openxmlformats.org/officeDocument/2006/relationships/slide" Target="slides/slide9.xml"/><Relationship Id="rId19-created" Type="http://schemas.openxmlformats.org/officeDocument/2006/relationships/slide" Target="slides/slide10.xml"/><Relationship Id="rId20-created" Type="http://schemas.openxmlformats.org/officeDocument/2006/relationships/slide" Target="slides/slide11.xml"/><Relationship Id="rId21-created" Type="http://schemas.openxmlformats.org/officeDocument/2006/relationships/slide" Target="slides/slide12.xml"/><Relationship Id="rId22-created" Type="http://schemas.openxmlformats.org/officeDocument/2006/relationships/slide" Target="slides/slide13.xml"/><Relationship Id="rId23-created" Type="http://schemas.openxmlformats.org/officeDocument/2006/relationships/slide" Target="slides/slide14.xml"/><Relationship Id="rId24-created" Type="http://schemas.openxmlformats.org/officeDocument/2006/relationships/slide" Target="slides/slide15.xml"/><Relationship Id="rId25-created" Type="http://schemas.openxmlformats.org/officeDocument/2006/relationships/slide" Target="slides/slide16.xml"/><Relationship Id="rId26-created" Type="http://schemas.openxmlformats.org/officeDocument/2006/relationships/slide" Target="slides/slide17.xml"/><Relationship Id="rId27-created" Type="http://schemas.openxmlformats.org/officeDocument/2006/relationships/slide" Target="slides/slide18.xml"/><Relationship Id="rId28-created" Type="http://schemas.openxmlformats.org/officeDocument/2006/relationships/slide" Target="slides/slide19.xml"/><Relationship Id="rId29-created" Type="http://schemas.openxmlformats.org/officeDocument/2006/relationships/slide" Target="slides/slide20.xml"/><Relationship Id="rId30-created" Type="http://schemas.openxmlformats.org/officeDocument/2006/relationships/slide" Target="slides/slide21.xml"/><Relationship Id="rId31-created" Type="http://schemas.openxmlformats.org/officeDocument/2006/relationships/slide" Target="slides/slide22.xml"/><Relationship Id="rId32-created" Type="http://schemas.openxmlformats.org/officeDocument/2006/relationships/slide" Target="slides/slide23.xml"/><Relationship Id="rId33-created" Type="http://schemas.openxmlformats.org/officeDocument/2006/relationships/slide" Target="slides/slide24.xml"/><Relationship Id="rId34-created" Type="http://schemas.openxmlformats.org/officeDocument/2006/relationships/slide" Target="slides/slide25.xml"/><Relationship Id="rId35-created" Type="http://schemas.openxmlformats.org/officeDocument/2006/relationships/slide" Target="slides/slide26.xml"/><Relationship Id="rId36-created" Type="http://schemas.openxmlformats.org/officeDocument/2006/relationships/slide" Target="slides/slide27.xml"/><Relationship Id="rId37-created" Type="http://schemas.openxmlformats.org/officeDocument/2006/relationships/slide" Target="slides/slide28.xml"/><Relationship Id="rId38-created" Type="http://schemas.openxmlformats.org/officeDocument/2006/relationships/slide" Target="slides/slide29.xml"/><Relationship Id="rId39-created" Type="http://schemas.openxmlformats.org/officeDocument/2006/relationships/slide" Target="slides/slide30.xml"/><Relationship Id="rId40-created" Type="http://schemas.openxmlformats.org/officeDocument/2006/relationships/slide" Target="slides/slide31.xml"/><Relationship Id="rId41-created" Type="http://schemas.openxmlformats.org/officeDocument/2006/relationships/slide" Target="slides/slide32.xml"/><Relationship Id="rId42-created" Type="http://schemas.openxmlformats.org/officeDocument/2006/relationships/slide" Target="slides/slide33.xml"/><Relationship Id="rId43-created" Type="http://schemas.openxmlformats.org/officeDocument/2006/relationships/slide" Target="slides/slide34.xml"/><Relationship Id="rId44-created" Type="http://schemas.openxmlformats.org/officeDocument/2006/relationships/slide" Target="slides/slide35.xml"/><Relationship Id="rId45-created" Type="http://schemas.openxmlformats.org/officeDocument/2006/relationships/slide" Target="slides/slide36.xml"/><Relationship Id="rId46-created" Type="http://schemas.openxmlformats.org/officeDocument/2006/relationships/slide" Target="slides/slide37.xml"/><Relationship Id="rId47-created" Type="http://schemas.openxmlformats.org/officeDocument/2006/relationships/slide" Target="slides/slide38.xml"/><Relationship Id="rId48-created" Type="http://schemas.openxmlformats.org/officeDocument/2006/relationships/slide" Target="slides/slide39.xml"/><Relationship Id="rId49-created" Type="http://schemas.openxmlformats.org/officeDocument/2006/relationships/slide" Target="slides/slide40.xml"/><Relationship Id="rId50-created" Type="http://schemas.openxmlformats.org/officeDocument/2006/relationships/slide" Target="slides/slide41.xml"/><Relationship Id="rId51-created" Type="http://schemas.openxmlformats.org/officeDocument/2006/relationships/slide" Target="slides/slide42.xml"/><Relationship Id="rId52-created" Type="http://schemas.openxmlformats.org/officeDocument/2006/relationships/slide" Target="slides/slide43.xml"/><Relationship Id="rId53-created" Type="http://schemas.openxmlformats.org/officeDocument/2006/relationships/slide" Target="slides/slide44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219456" y="8705088"/>
            <a:ext cx="338328" cy="22860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r">
              <a:defRPr sz="1200"/>
            </a:lvl1pPr>
          </a:lstStyle>
          <a:p>
            <a:pPr algn="l"/>
            <a:fld id="{614B4878-71CB-8F40-B9DD-F26F1F6CA014}" type="slidenum">
              <a:rPr lang="en-US" sz="600" smtClean="0">
                <a:solidFill>
                  <a:schemeClr val="bg1"/>
                </a:solidFill>
                <a:latin typeface="Arial" panose="020B0604020202020204" pitchFamily="34" charset="0"/>
                <a:ea typeface="IBM Plex Sans Light" charset="0"/>
                <a:cs typeface="Arial" panose="020B0604020202020204" pitchFamily="34" charset="0"/>
              </a:rPr>
              <a:pPr algn="l"/>
              <a:t>‹#›</a:t>
            </a:fld>
            <a:endParaRPr lang="en-US" sz="600" dirty="0">
              <a:solidFill>
                <a:schemeClr val="bg1"/>
              </a:solidFill>
              <a:latin typeface="Arial" panose="020B0604020202020204" pitchFamily="34" charset="0"/>
              <a:ea typeface="IBM Plex Sans Light" charset="0"/>
              <a:cs typeface="Arial" panose="020B060402020202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630936" y="8705088"/>
            <a:ext cx="3657600" cy="22860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1200"/>
            </a:lvl1pPr>
          </a:lstStyle>
          <a:p>
            <a:r>
              <a:rPr lang="en-US" sz="600" dirty="0">
                <a:solidFill>
                  <a:schemeClr val="bg1"/>
                </a:solidFill>
                <a:latin typeface="Arial" panose="020B0604020202020204" pitchFamily="34" charset="0"/>
                <a:ea typeface="IBM Plex Sans Light" charset="0"/>
                <a:cs typeface="Arial" panose="020B0604020202020204" pitchFamily="34" charset="0"/>
              </a:rPr>
              <a:t>Group Name / DOC ID / Month XX, 2022 / © 2022 IBM Corporation</a:t>
            </a:r>
          </a:p>
        </p:txBody>
      </p:sp>
    </p:spTree>
    <p:extLst>
      <p:ext uri="{BB962C8B-B14F-4D97-AF65-F5344CB8AC3E}">
        <p14:creationId xmlns:p14="http://schemas.microsoft.com/office/powerpoint/2010/main" val="448027815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06710" y="228600"/>
            <a:ext cx="6419088" cy="3612324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8" name="Notes Placeholder 7">
            <a:extLst>
              <a:ext uri="{FF2B5EF4-FFF2-40B4-BE49-F238E27FC236}">
                <a16:creationId xmlns:a16="http://schemas.microsoft.com/office/drawing/2014/main" id="{6ABF5568-9620-E34F-9423-054ABD0598F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206710" y="4087090"/>
            <a:ext cx="6419088" cy="4320309"/>
          </a:xfrm>
          <a:prstGeom prst="rect">
            <a:avLst/>
          </a:prstGeom>
        </p:spPr>
        <p:txBody>
          <a:bodyPr vert="horz" lIns="0" tIns="0" rIns="0" bIns="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300216" y="8705088"/>
            <a:ext cx="338328" cy="22860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r">
              <a:defRPr sz="600" b="0" i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6E2E38B8-B0B4-AD41-AC6E-B781F46A9FD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19456" y="8705088"/>
            <a:ext cx="3657600" cy="22860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600" b="0" i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Footer</a:t>
            </a:r>
          </a:p>
        </p:txBody>
      </p:sp>
    </p:spTree>
    <p:extLst>
      <p:ext uri="{BB962C8B-B14F-4D97-AF65-F5344CB8AC3E}">
        <p14:creationId xmlns:p14="http://schemas.microsoft.com/office/powerpoint/2010/main" val="791598581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2438522" rtl="0" eaLnBrk="1" latinLnBrk="0" hangingPunct="1">
      <a:lnSpc>
        <a:spcPct val="110000"/>
      </a:lnSpc>
      <a:spcBef>
        <a:spcPts val="0"/>
      </a:spcBef>
      <a:defRPr sz="1200" b="0" i="0" kern="1200">
        <a:solidFill>
          <a:schemeClr val="bg1"/>
        </a:solidFill>
        <a:latin typeface="Arial" panose="020B0604020202020204" pitchFamily="34" charset="0"/>
        <a:ea typeface="+mn-ea"/>
        <a:cs typeface="+mn-cs"/>
      </a:defRPr>
    </a:lvl1pPr>
    <a:lvl2pPr marL="465690" indent="-452991" algn="l" defTabSz="2438522" rtl="0" eaLnBrk="1" latinLnBrk="0" hangingPunct="1">
      <a:lnSpc>
        <a:spcPct val="110000"/>
      </a:lnSpc>
      <a:spcBef>
        <a:spcPts val="0"/>
      </a:spcBef>
      <a:buFont typeface="Arial"/>
      <a:buChar char="–"/>
      <a:tabLst/>
      <a:defRPr sz="1200" b="0" i="0" kern="1200">
        <a:solidFill>
          <a:schemeClr val="bg1"/>
        </a:solidFill>
        <a:latin typeface="Arial" panose="020B0604020202020204" pitchFamily="34" charset="0"/>
        <a:ea typeface="+mn-ea"/>
        <a:cs typeface="+mn-cs"/>
      </a:defRPr>
    </a:lvl2pPr>
    <a:lvl3pPr marL="926638" indent="-463319" algn="l" defTabSz="2438522" rtl="0" eaLnBrk="1" latinLnBrk="0" hangingPunct="1">
      <a:lnSpc>
        <a:spcPct val="110000"/>
      </a:lnSpc>
      <a:spcBef>
        <a:spcPts val="0"/>
      </a:spcBef>
      <a:buFont typeface="Arial" panose="020B0604020202020204" pitchFamily="34" charset="0"/>
      <a:buChar char="•"/>
      <a:tabLst/>
      <a:defRPr sz="1200" b="0" i="0" kern="1200">
        <a:solidFill>
          <a:schemeClr val="bg1"/>
        </a:solidFill>
        <a:latin typeface="Arial" panose="020B0604020202020204" pitchFamily="34" charset="0"/>
        <a:ea typeface="+mn-ea"/>
        <a:cs typeface="+mn-cs"/>
      </a:defRPr>
    </a:lvl3pPr>
    <a:lvl4pPr marL="1682580" indent="-463319" algn="l" defTabSz="2438522" rtl="0" eaLnBrk="1" latinLnBrk="0" hangingPunct="1">
      <a:lnSpc>
        <a:spcPct val="110000"/>
      </a:lnSpc>
      <a:spcBef>
        <a:spcPts val="0"/>
      </a:spcBef>
      <a:buFont typeface="Arial"/>
      <a:buChar char="–"/>
      <a:tabLst/>
      <a:defRPr sz="1200" b="0" i="0" kern="1200">
        <a:solidFill>
          <a:schemeClr val="bg1"/>
        </a:solidFill>
        <a:latin typeface="Arial" panose="020B0604020202020204" pitchFamily="34" charset="0"/>
        <a:ea typeface="+mn-ea"/>
        <a:cs typeface="+mn-cs"/>
      </a:defRPr>
    </a:lvl4pPr>
    <a:lvl5pPr marL="465690" marR="0" indent="-452991" algn="l" defTabSz="2438522" rtl="0" eaLnBrk="1" fontAlgn="base" latinLnBrk="0" hangingPunct="1">
      <a:lnSpc>
        <a:spcPct val="100000"/>
      </a:lnSpc>
      <a:spcBef>
        <a:spcPts val="1600"/>
      </a:spcBef>
      <a:spcAft>
        <a:spcPct val="0"/>
      </a:spcAft>
      <a:buClr>
        <a:srgbClr val="000000"/>
      </a:buClr>
      <a:buSzTx/>
      <a:buFont typeface="Arial" charset="-120"/>
      <a:buChar char="»"/>
      <a:tabLst/>
      <a:defRPr sz="2000" b="0" i="0" kern="1200">
        <a:solidFill>
          <a:schemeClr val="bg1"/>
        </a:solidFill>
        <a:latin typeface="Arial" panose="020B0503050203000203" pitchFamily="34" charset="0"/>
        <a:ea typeface="+mn-ea"/>
        <a:cs typeface="+mn-cs"/>
      </a:defRPr>
    </a:lvl5pPr>
    <a:lvl6pPr marL="6096305" algn="l" defTabSz="2438522" rtl="0" eaLnBrk="1" latinLnBrk="0" hangingPunct="1">
      <a:defRPr sz="3200" kern="1200">
        <a:solidFill>
          <a:schemeClr val="tx1"/>
        </a:solidFill>
        <a:latin typeface="+mn-lt"/>
        <a:ea typeface="+mn-ea"/>
        <a:cs typeface="+mn-cs"/>
      </a:defRPr>
    </a:lvl6pPr>
    <a:lvl7pPr marL="7315566" algn="l" defTabSz="2438522" rtl="0" eaLnBrk="1" latinLnBrk="0" hangingPunct="1">
      <a:defRPr sz="3200" kern="1200">
        <a:solidFill>
          <a:schemeClr val="tx1"/>
        </a:solidFill>
        <a:latin typeface="+mn-lt"/>
        <a:ea typeface="+mn-ea"/>
        <a:cs typeface="+mn-cs"/>
      </a:defRPr>
    </a:lvl7pPr>
    <a:lvl8pPr marL="8534827" algn="l" defTabSz="2438522" rtl="0" eaLnBrk="1" latinLnBrk="0" hangingPunct="1">
      <a:defRPr sz="3200" kern="1200">
        <a:solidFill>
          <a:schemeClr val="tx1"/>
        </a:solidFill>
        <a:latin typeface="+mn-lt"/>
        <a:ea typeface="+mn-ea"/>
        <a:cs typeface="+mn-cs"/>
      </a:defRPr>
    </a:lvl8pPr>
    <a:lvl9pPr marL="9754088" algn="l" defTabSz="2438522" rtl="0" eaLnBrk="1" latinLnBrk="0" hangingPunct="1">
      <a:defRPr sz="3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image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 descr="Place imagery here">
            <a:extLst>
              <a:ext uri="{FF2B5EF4-FFF2-40B4-BE49-F238E27FC236}">
                <a16:creationId xmlns:a16="http://schemas.microsoft.com/office/drawing/2014/main" id="{EA7055A2-0B5C-73F2-C2DB-FC7245A7AB3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-1"/>
            <a:ext cx="24387175" cy="12195175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Place imagery here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404A9AD-5866-6BA4-C928-31A5F88EF1E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82045" y="12166599"/>
            <a:ext cx="4942455" cy="1074293"/>
          </a:xfrm>
        </p:spPr>
        <p:txBody>
          <a:bodyPr anchor="b"/>
          <a:lstStyle>
            <a:lvl1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D4A8A02-E5FB-018D-1574-2015680C3A0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671501" y="12166600"/>
            <a:ext cx="4947412" cy="1077014"/>
          </a:xfrm>
        </p:spPr>
        <p:txBody>
          <a:bodyPr anchor="b"/>
          <a:lstStyle>
            <a:lvl1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pic>
        <p:nvPicPr>
          <p:cNvPr id="4" name="Picture 3" descr="IBM 8-bar logo">
            <a:extLst>
              <a:ext uri="{FF2B5EF4-FFF2-40B4-BE49-F238E27FC236}">
                <a16:creationId xmlns:a16="http://schemas.microsoft.com/office/drawing/2014/main" id="{09935B61-CCB4-2F0F-6720-2DE3FDE1A05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2373802" y="12577763"/>
            <a:ext cx="1538325" cy="572400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3F3BE6BB-D7C0-3C9B-44F9-5D564E48D8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0544" y="311151"/>
            <a:ext cx="10101072" cy="7308850"/>
          </a:xfrm>
        </p:spPr>
        <p:txBody>
          <a:bodyPr/>
          <a:lstStyle>
            <a:lvl1pPr>
              <a:lnSpc>
                <a:spcPct val="100000"/>
              </a:lnSpc>
              <a:defRPr sz="84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6795180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cy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 descr="Blue 10 full slide background ">
            <a:extLst>
              <a:ext uri="{FF2B5EF4-FFF2-40B4-BE49-F238E27FC236}">
                <a16:creationId xmlns:a16="http://schemas.microsoft.com/office/drawing/2014/main" id="{8D23798D-A03E-2BC6-136A-14C1E387E723}"/>
              </a:ext>
            </a:extLst>
          </p:cNvPr>
          <p:cNvSpPr/>
          <p:nvPr userDrawn="1"/>
        </p:nvSpPr>
        <p:spPr bwMode="auto">
          <a:xfrm>
            <a:off x="0" y="-1"/>
            <a:ext cx="24387175" cy="12195175"/>
          </a:xfrm>
          <a:prstGeom prst="rect">
            <a:avLst/>
          </a:prstGeom>
          <a:solidFill>
            <a:srgbClr val="E5F6FF"/>
          </a:solidFill>
          <a:ln w="19050">
            <a:noFill/>
            <a:headEnd type="none" w="med" len="med"/>
            <a:tailEnd type="none" w="med" len="med"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91440" tIns="91440" rIns="91440" bIns="9144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/>
              <a:buNone/>
              <a:tabLst/>
            </a:pPr>
            <a:endParaRPr kumimoji="0" lang="en-US" sz="1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+mn-lt"/>
            </a:endParaRPr>
          </a:p>
        </p:txBody>
      </p:sp>
      <p:pic>
        <p:nvPicPr>
          <p:cNvPr id="7" name="Picture 6" descr="IBM 8-bar logo">
            <a:extLst>
              <a:ext uri="{FF2B5EF4-FFF2-40B4-BE49-F238E27FC236}">
                <a16:creationId xmlns:a16="http://schemas.microsoft.com/office/drawing/2014/main" id="{B4B109D8-FCAE-74D0-0B39-85BF626C84C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2373802" y="12577763"/>
            <a:ext cx="1538325" cy="572400"/>
          </a:xfrm>
          <a:prstGeom prst="rect">
            <a:avLst/>
          </a:prstGeom>
        </p:spPr>
      </p:pic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A9FACBA3-656A-1C9D-A350-7759736DCC4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82045" y="12166599"/>
            <a:ext cx="4942455" cy="1074293"/>
          </a:xfrm>
        </p:spPr>
        <p:txBody>
          <a:bodyPr anchor="b"/>
          <a:lstStyle>
            <a:lvl1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FA47F09F-F9D8-7B01-E53E-EE9451C6A6E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671501" y="12166600"/>
            <a:ext cx="4947412" cy="1077014"/>
          </a:xfrm>
        </p:spPr>
        <p:txBody>
          <a:bodyPr anchor="b"/>
          <a:lstStyle>
            <a:lvl1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B8FFB679-F0FF-1DD1-8243-9D4ADEF388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0544" y="311151"/>
            <a:ext cx="10101072" cy="7308850"/>
          </a:xfrm>
        </p:spPr>
        <p:txBody>
          <a:bodyPr/>
          <a:lstStyle>
            <a:lvl1pPr>
              <a:lnSpc>
                <a:spcPct val="100000"/>
              </a:lnSpc>
              <a:defRPr sz="84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8670438"/>
      </p:ext>
    </p:extLst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plai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IBM 8-bar logo">
            <a:extLst>
              <a:ext uri="{FF2B5EF4-FFF2-40B4-BE49-F238E27FC236}">
                <a16:creationId xmlns:a16="http://schemas.microsoft.com/office/drawing/2014/main" id="{E4F73B63-FCC7-DAFC-5E97-E0D29B2DBF2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2373802" y="12577763"/>
            <a:ext cx="1538325" cy="572400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31EEBBCD-6628-78CD-1209-20B2834A64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0544" y="311150"/>
            <a:ext cx="10101072" cy="10356850"/>
          </a:xfrm>
        </p:spPr>
        <p:txBody>
          <a:bodyPr/>
          <a:lstStyle>
            <a:lvl1pPr>
              <a:lnSpc>
                <a:spcPct val="100000"/>
              </a:lnSpc>
              <a:defRPr sz="84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4878651"/>
      </p:ext>
    </p:extLst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plain, labe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3A2629C-3C99-5809-3D6C-46ACEB922F7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0468" y="12479147"/>
            <a:ext cx="11038445" cy="762000"/>
          </a:xfrm>
        </p:spPr>
        <p:txBody>
          <a:bodyPr anchor="b"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pic>
        <p:nvPicPr>
          <p:cNvPr id="4" name="Picture 3" descr="IBM 8-bar logo">
            <a:extLst>
              <a:ext uri="{FF2B5EF4-FFF2-40B4-BE49-F238E27FC236}">
                <a16:creationId xmlns:a16="http://schemas.microsoft.com/office/drawing/2014/main" id="{81A5AEF9-6465-6773-9724-1305F824537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2373802" y="12577763"/>
            <a:ext cx="1538325" cy="572400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D0F40089-D6C5-B905-B7FE-24BFF3580F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0544" y="311150"/>
            <a:ext cx="10101072" cy="10356850"/>
          </a:xfrm>
        </p:spPr>
        <p:txBody>
          <a:bodyPr/>
          <a:lstStyle>
            <a:lvl1pPr>
              <a:lnSpc>
                <a:spcPct val="100000"/>
              </a:lnSpc>
              <a:defRPr sz="84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7174950"/>
      </p:ext>
    </p:extLst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imagery, half 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 descr="Place imagery here">
            <a:extLst>
              <a:ext uri="{FF2B5EF4-FFF2-40B4-BE49-F238E27FC236}">
                <a16:creationId xmlns:a16="http://schemas.microsoft.com/office/drawing/2014/main" id="{9CD5B627-E439-376E-A00C-87BAFF059FD8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12763499" y="571499"/>
            <a:ext cx="11043132" cy="12578663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Place imagery here</a:t>
            </a:r>
          </a:p>
        </p:txBody>
      </p:sp>
      <p:pic>
        <p:nvPicPr>
          <p:cNvPr id="3" name="Picture 2" descr="IBM 8-bar logo">
            <a:extLst>
              <a:ext uri="{FF2B5EF4-FFF2-40B4-BE49-F238E27FC236}">
                <a16:creationId xmlns:a16="http://schemas.microsoft.com/office/drawing/2014/main" id="{5C99EA1F-50F2-8D44-9784-4C9D5555535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80086" y="12577763"/>
            <a:ext cx="1538325" cy="572400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EC22CE22-4A72-C394-2534-3F9CEE5942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0544" y="311150"/>
            <a:ext cx="10101072" cy="10356850"/>
          </a:xfrm>
        </p:spPr>
        <p:txBody>
          <a:bodyPr/>
          <a:lstStyle>
            <a:lvl1pPr>
              <a:lnSpc>
                <a:spcPct val="100000"/>
              </a:lnSpc>
              <a:defRPr sz="84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2614004"/>
      </p:ext>
    </p:extLst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imagery, half, labe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76E74B7-8F2A-46A5-97C4-76677246CFA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82422" y="576072"/>
            <a:ext cx="10099675" cy="571500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2"/>
                </a:solidFill>
              </a:defRPr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13A412C-EE28-6248-612D-41BAAD7F00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422" y="1520825"/>
            <a:ext cx="10099675" cy="9147175"/>
          </a:xfrm>
        </p:spPr>
        <p:txBody>
          <a:bodyPr/>
          <a:lstStyle>
            <a:lvl1pPr>
              <a:lnSpc>
                <a:spcPct val="100000"/>
              </a:lnSpc>
              <a:defRPr sz="84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pic>
        <p:nvPicPr>
          <p:cNvPr id="3" name="Picture 2" descr="IBM 8-bar logo">
            <a:extLst>
              <a:ext uri="{FF2B5EF4-FFF2-40B4-BE49-F238E27FC236}">
                <a16:creationId xmlns:a16="http://schemas.microsoft.com/office/drawing/2014/main" id="{0A3BE97F-BB78-DA67-3A9B-B2FBFA0DFC6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80086" y="12577763"/>
            <a:ext cx="1538325" cy="572400"/>
          </a:xfrm>
          <a:prstGeom prst="rect">
            <a:avLst/>
          </a:prstGeom>
        </p:spPr>
      </p:pic>
      <p:sp>
        <p:nvSpPr>
          <p:cNvPr id="6" name="Picture Placeholder 6" descr="Place imagery here">
            <a:extLst>
              <a:ext uri="{FF2B5EF4-FFF2-40B4-BE49-F238E27FC236}">
                <a16:creationId xmlns:a16="http://schemas.microsoft.com/office/drawing/2014/main" id="{54AE768F-E6B1-F789-5E61-E59B3DBA779A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12763499" y="569913"/>
            <a:ext cx="11043132" cy="12580250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Place imagery here</a:t>
            </a:r>
          </a:p>
        </p:txBody>
      </p:sp>
    </p:spTree>
    <p:extLst>
      <p:ext uri="{BB962C8B-B14F-4D97-AF65-F5344CB8AC3E}">
        <p14:creationId xmlns:p14="http://schemas.microsoft.com/office/powerpoint/2010/main" val="3340209367"/>
      </p:ext>
    </p:extLst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36957-63E4-1587-AB6D-C18AE4E04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422" y="384048"/>
            <a:ext cx="4942078" cy="4210050"/>
          </a:xfrm>
        </p:spPr>
        <p:txBody>
          <a:bodyPr/>
          <a:lstStyle>
            <a:lvl1pPr>
              <a:lnSpc>
                <a:spcPct val="100000"/>
              </a:lnSpc>
              <a:defRPr sz="68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75443B4-0187-FC99-0FDE-8EB191B6CEF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2766675" y="574675"/>
            <a:ext cx="4953000" cy="11617318"/>
          </a:xfrm>
        </p:spPr>
        <p:txBody>
          <a:bodyPr/>
          <a:lstStyle>
            <a:lvl1pPr defTabSz="1161288"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 defTabSz="1161288"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 defTabSz="1161288"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 defTabSz="1161288"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 defTabSz="1161288"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5A647AD3-098B-D1AB-C8D8-463E38402F9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8862676" y="574675"/>
            <a:ext cx="4941888" cy="11620500"/>
          </a:xfrm>
        </p:spPr>
        <p:txBody>
          <a:bodyPr/>
          <a:lstStyle>
            <a:lvl1pPr defTabSz="1161288"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 defTabSz="1161288"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 defTabSz="1161288"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 defTabSz="1161288"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 defTabSz="1161288"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028AA764-A00C-AFFF-7F3F-49A733DCD474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81024" y="12823285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D5D1D2A7-CF30-5698-14FC-F71CB82D5BCC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60829" y="12951538"/>
            <a:ext cx="251671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4303940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36957-63E4-1587-AB6D-C18AE4E04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422" y="384048"/>
            <a:ext cx="11036491" cy="2663825"/>
          </a:xfrm>
        </p:spPr>
        <p:txBody>
          <a:bodyPr rIns="457200"/>
          <a:lstStyle>
            <a:lvl1pPr>
              <a:lnSpc>
                <a:spcPct val="100000"/>
              </a:lnSpc>
              <a:defRPr sz="68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42F412B5-726F-373A-86F7-2FBA60F14014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81024" y="12823285"/>
            <a:ext cx="4956176" cy="381000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6E2B1415-A9D9-645B-4DF0-7D16976DF727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60829" y="12951538"/>
            <a:ext cx="251671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2839104"/>
      </p:ext>
    </p:extLst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tex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3C7EC0-4BFB-A603-5703-0D692C6269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024" y="301625"/>
            <a:ext cx="17141825" cy="8832850"/>
          </a:xfrm>
        </p:spPr>
        <p:txBody>
          <a:bodyPr/>
          <a:lstStyle>
            <a:lvl1pPr>
              <a:defRPr sz="16800" b="0" i="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B98A3D4B-A3E1-0D38-F80E-1D86FCFA4DAE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81024" y="12823285"/>
            <a:ext cx="4956176" cy="381000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3CF46425-C9F2-46CE-AAEE-89D8A19E0F2E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60829" y="12951538"/>
            <a:ext cx="251671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1808370"/>
      </p:ext>
    </p:extLst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llout, headlin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36957-63E4-1587-AB6D-C18AE4E04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422" y="384048"/>
            <a:ext cx="9909175" cy="4209670"/>
          </a:xfrm>
        </p:spPr>
        <p:txBody>
          <a:bodyPr/>
          <a:lstStyle>
            <a:lvl1pPr>
              <a:lnSpc>
                <a:spcPct val="100000"/>
              </a:lnSpc>
              <a:defRPr sz="68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354631A-4ED7-F527-1CBC-9AF7BE2CB67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2767252" y="384048"/>
            <a:ext cx="11042073" cy="8778494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6800">
                <a:solidFill>
                  <a:schemeClr val="tx2"/>
                </a:solidFill>
              </a:defRPr>
            </a:lvl1pPr>
            <a:lvl2pPr marL="585216" indent="-585216">
              <a:lnSpc>
                <a:spcPct val="100000"/>
              </a:lnSpc>
              <a:spcBef>
                <a:spcPts val="0"/>
              </a:spcBef>
              <a:defRPr sz="6800">
                <a:solidFill>
                  <a:schemeClr val="tx2"/>
                </a:solidFill>
              </a:defRPr>
            </a:lvl2pPr>
            <a:lvl3pPr marL="1097280" indent="-585216">
              <a:lnSpc>
                <a:spcPct val="100000"/>
              </a:lnSpc>
              <a:spcBef>
                <a:spcPts val="0"/>
              </a:spcBef>
              <a:defRPr sz="6800">
                <a:solidFill>
                  <a:schemeClr val="tx2"/>
                </a:solidFill>
              </a:defRPr>
            </a:lvl3pPr>
            <a:lvl4pPr marL="1755648">
              <a:lnSpc>
                <a:spcPct val="100000"/>
              </a:lnSpc>
              <a:spcBef>
                <a:spcPts val="0"/>
              </a:spcBef>
              <a:defRPr sz="6800">
                <a:solidFill>
                  <a:schemeClr val="tx2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64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20FC8337-4A61-6950-CEE5-DDB270D10746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81024" y="12823285"/>
            <a:ext cx="4956176" cy="381000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F8F57643-D39B-662E-5D14-6D9BFA200F39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60829" y="12951538"/>
            <a:ext cx="251671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206079"/>
      </p:ext>
    </p:extLst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llout, stand-alon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949EB6B2-A4A6-F162-D0FE-417694FC70FD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81024" y="12823285"/>
            <a:ext cx="4943476" cy="381000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4DAC6A96-E5C9-E8BD-2383-926167440939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60829" y="12951538"/>
            <a:ext cx="251671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0CC16BE-B09A-0C84-8A0B-5FE3F85FB19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81025" y="311735"/>
            <a:ext cx="14649450" cy="10356265"/>
          </a:xfrm>
        </p:spPr>
        <p:txBody>
          <a:bodyPr/>
          <a:lstStyle>
            <a:lvl1pPr>
              <a:lnSpc>
                <a:spcPct val="100000"/>
              </a:lnSpc>
              <a:defRPr sz="8400"/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71603199"/>
      </p:ext>
    </p:extLst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ta, 2 callouts, vertica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D5E03B0-C633-E81D-0D42-3FCCAFD64B0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82422" y="576072"/>
            <a:ext cx="7623175" cy="7043928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1pPr>
            <a:lvl2pPr marL="402336" indent="-402336"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2pPr>
            <a:lvl3pPr marL="804672" indent="-402336"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3pPr>
            <a:lvl4pPr marL="1115568" indent="-402336"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DB20D7FD-6784-59C5-938D-4728A153F52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79994" y="9628222"/>
            <a:ext cx="11050588" cy="3353065"/>
          </a:xfrm>
        </p:spPr>
        <p:txBody>
          <a:bodyPr anchor="b"/>
          <a:lstStyle>
            <a:lvl1pPr>
              <a:lnSpc>
                <a:spcPct val="90000"/>
              </a:lnSpc>
              <a:spcBef>
                <a:spcPts val="0"/>
              </a:spcBef>
              <a:defRPr sz="25200" b="0" i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en-US" dirty="0"/>
              <a:t>↗︎00M</a:t>
            </a:r>
          </a:p>
        </p:txBody>
      </p:sp>
      <p:cxnSp>
        <p:nvCxnSpPr>
          <p:cNvPr id="9" name="Straight Connector 8" descr="Vertical column divider">
            <a:extLst>
              <a:ext uri="{FF2B5EF4-FFF2-40B4-BE49-F238E27FC236}">
                <a16:creationId xmlns:a16="http://schemas.microsoft.com/office/drawing/2014/main" id="{1C44518A-7FBB-67DA-E35B-8BC0AAFC6062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12193587" y="569913"/>
            <a:ext cx="0" cy="11625262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A7285B0-4A1E-8885-0C0E-77D0ECA9CAC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766675" y="576072"/>
            <a:ext cx="7620000" cy="7043928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1pPr>
            <a:lvl2pPr marL="402336" indent="-402336"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2pPr>
            <a:lvl3pPr marL="804672" indent="-402336"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3pPr>
            <a:lvl4pPr marL="1115568" indent="-402336"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5F395CBF-E65B-9A42-BAE5-C2B2BD9B7BD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767422" y="9628222"/>
            <a:ext cx="11049000" cy="3354293"/>
          </a:xfrm>
        </p:spPr>
        <p:txBody>
          <a:bodyPr anchor="b"/>
          <a:lstStyle>
            <a:lvl1pPr>
              <a:lnSpc>
                <a:spcPct val="90000"/>
              </a:lnSpc>
              <a:spcBef>
                <a:spcPts val="0"/>
              </a:spcBef>
              <a:defRPr sz="25200" b="0" i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en-US" dirty="0"/>
              <a:t>+00%</a:t>
            </a:r>
          </a:p>
        </p:txBody>
      </p:sp>
      <p:sp>
        <p:nvSpPr>
          <p:cNvPr id="2" name="Footer Placeholder 3">
            <a:extLst>
              <a:ext uri="{FF2B5EF4-FFF2-40B4-BE49-F238E27FC236}">
                <a16:creationId xmlns:a16="http://schemas.microsoft.com/office/drawing/2014/main" id="{21A64AF3-E67B-E80B-A5D3-6B3533C87F91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81024" y="12823285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28C4F134-9B5D-407C-F525-B2FC25B7B5CD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60829" y="12951538"/>
            <a:ext cx="251671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7478196"/>
      </p:ext>
    </p:extLst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ta, 3 callouts, vertica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26D02D-89A9-0455-FACB-7B6D03346E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576072"/>
            <a:ext cx="4949825" cy="3284728"/>
          </a:xfrm>
        </p:spPr>
        <p:txBody>
          <a:bodyPr/>
          <a:lstStyle>
            <a:lvl1pPr>
              <a:lnSpc>
                <a:spcPct val="11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BBB79390-98CC-5F62-D373-F6646F767DD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667500" y="363093"/>
            <a:ext cx="4951413" cy="1907912"/>
          </a:xfrm>
        </p:spPr>
        <p:txBody>
          <a:bodyPr/>
          <a:lstStyle>
            <a:lvl1pPr>
              <a:lnSpc>
                <a:spcPct val="90000"/>
              </a:lnSpc>
              <a:defRPr sz="13200">
                <a:solidFill>
                  <a:schemeClr val="accent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 dirty="0"/>
              <a:t>00%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DDE7F16-A938-0D17-3BFA-034F142A808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67500" y="2333067"/>
            <a:ext cx="4951413" cy="9862108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3516E6B1-7020-1EA5-CDD4-B1FC6CE2740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2768263" y="359806"/>
            <a:ext cx="4949825" cy="1906588"/>
          </a:xfrm>
        </p:spPr>
        <p:txBody>
          <a:bodyPr/>
          <a:lstStyle>
            <a:lvl1pPr>
              <a:lnSpc>
                <a:spcPct val="90000"/>
              </a:lnSpc>
              <a:defRPr sz="132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00%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F3FD8FB-143C-CB66-123C-0495EB1C33B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763500" y="2334654"/>
            <a:ext cx="4953000" cy="9862108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AC11D906-6DD0-910D-48BA-0C197C90AA4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8859500" y="362979"/>
            <a:ext cx="4949825" cy="1903413"/>
          </a:xfrm>
        </p:spPr>
        <p:txBody>
          <a:bodyPr/>
          <a:lstStyle>
            <a:lvl1pPr>
              <a:lnSpc>
                <a:spcPct val="90000"/>
              </a:lnSpc>
              <a:defRPr sz="132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00%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A1063D1-FD79-491C-791B-87858EA0CB8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8859500" y="2333067"/>
            <a:ext cx="4953000" cy="9862108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7E465D-4B5F-2DAE-57C4-590983308A9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70675" y="12058650"/>
            <a:ext cx="4951413" cy="1143000"/>
          </a:xfrm>
        </p:spPr>
        <p:txBody>
          <a:bodyPr anchor="b"/>
          <a:lstStyle>
            <a:lvl1pPr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146304" indent="-146304"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292608" indent="-146304"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438912" indent="-146304"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Arial" panose="020B05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856FFD0-F317-D3D7-DE9D-AA1F4AB27EEB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81024" y="12823285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899D670E-69CE-BB86-FB88-291343BDEE2E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60829" y="12951538"/>
            <a:ext cx="251671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3368050"/>
      </p:ext>
    </p:extLst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ta, 2 callouts, horizonta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C97FE8A-75E3-6FC8-02DD-50E0A4C8C95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667500" y="6594475"/>
            <a:ext cx="11045952" cy="5340096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8400">
                <a:solidFill>
                  <a:schemeClr val="tx1"/>
                </a:solidFill>
              </a:defRPr>
            </a:lvl1pPr>
            <a:lvl2pPr marL="786384" indent="-786384">
              <a:lnSpc>
                <a:spcPct val="100000"/>
              </a:lnSpc>
              <a:spcBef>
                <a:spcPts val="0"/>
              </a:spcBef>
              <a:defRPr sz="8400">
                <a:solidFill>
                  <a:schemeClr val="tx1"/>
                </a:solidFill>
              </a:defRPr>
            </a:lvl2pPr>
            <a:lvl3pPr marL="1499616" indent="-786384">
              <a:lnSpc>
                <a:spcPct val="100000"/>
              </a:lnSpc>
              <a:spcBef>
                <a:spcPts val="0"/>
              </a:spcBef>
              <a:defRPr sz="8400">
                <a:solidFill>
                  <a:schemeClr val="tx1"/>
                </a:solidFill>
              </a:defRPr>
            </a:lvl3pPr>
            <a:lvl4pPr marL="2286000" indent="-786384">
              <a:lnSpc>
                <a:spcPct val="100000"/>
              </a:lnSpc>
              <a:spcBef>
                <a:spcPts val="0"/>
              </a:spcBef>
              <a:defRPr sz="84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86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4B48808-B77B-7E67-E7EA-BCC945D4D51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1025" y="307086"/>
            <a:ext cx="4949825" cy="5335586"/>
          </a:xfrm>
        </p:spPr>
        <p:txBody>
          <a:bodyPr/>
          <a:lstStyle>
            <a:lvl1pPr>
              <a:lnSpc>
                <a:spcPct val="100000"/>
              </a:lnSpc>
              <a:defRPr sz="84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+000%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8378CF2-9CD6-2749-A489-08A4608D0BD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67500" y="307086"/>
            <a:ext cx="11049000" cy="5335587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8400">
                <a:solidFill>
                  <a:schemeClr val="tx1"/>
                </a:solidFill>
              </a:defRPr>
            </a:lvl1pPr>
            <a:lvl2pPr marL="786384" indent="-786384">
              <a:lnSpc>
                <a:spcPct val="100000"/>
              </a:lnSpc>
              <a:spcBef>
                <a:spcPts val="0"/>
              </a:spcBef>
              <a:defRPr sz="8400">
                <a:solidFill>
                  <a:schemeClr val="tx1"/>
                </a:solidFill>
              </a:defRPr>
            </a:lvl2pPr>
            <a:lvl3pPr marL="1499616" indent="-786384">
              <a:lnSpc>
                <a:spcPct val="100000"/>
              </a:lnSpc>
              <a:spcBef>
                <a:spcPts val="0"/>
              </a:spcBef>
              <a:defRPr sz="8400">
                <a:solidFill>
                  <a:schemeClr val="tx1"/>
                </a:solidFill>
              </a:defRPr>
            </a:lvl3pPr>
            <a:lvl4pPr marL="2286000" indent="-786384">
              <a:lnSpc>
                <a:spcPct val="100000"/>
              </a:lnSpc>
              <a:spcBef>
                <a:spcPts val="0"/>
              </a:spcBef>
              <a:defRPr sz="84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86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cxnSp>
        <p:nvCxnSpPr>
          <p:cNvPr id="10" name="Straight Connector 9" descr="Horizontal row divider">
            <a:extLst>
              <a:ext uri="{FF2B5EF4-FFF2-40B4-BE49-F238E27FC236}">
                <a16:creationId xmlns:a16="http://schemas.microsoft.com/office/drawing/2014/main" id="{3D81813D-DA09-FCA0-D570-1E2D428C59E9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577850" y="6097732"/>
            <a:ext cx="23234650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16C1F9D-1D2C-5BDA-E821-35CB4A8708F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81025" y="6594475"/>
            <a:ext cx="4946904" cy="5340096"/>
          </a:xfrm>
        </p:spPr>
        <p:txBody>
          <a:bodyPr/>
          <a:lstStyle>
            <a:lvl1pPr>
              <a:lnSpc>
                <a:spcPct val="100000"/>
              </a:lnSpc>
              <a:defRPr sz="8400">
                <a:solidFill>
                  <a:schemeClr val="accent1"/>
                </a:solidFill>
              </a:defRPr>
            </a:lvl1pPr>
            <a:lvl2pPr>
              <a:lnSpc>
                <a:spcPct val="100000"/>
              </a:lnSpc>
              <a:defRPr sz="8600">
                <a:solidFill>
                  <a:schemeClr val="accent1"/>
                </a:solidFill>
              </a:defRPr>
            </a:lvl2pPr>
            <a:lvl3pPr>
              <a:lnSpc>
                <a:spcPct val="100000"/>
              </a:lnSpc>
              <a:defRPr sz="8600">
                <a:solidFill>
                  <a:schemeClr val="accent1"/>
                </a:solidFill>
              </a:defRPr>
            </a:lvl3pPr>
            <a:lvl4pPr>
              <a:lnSpc>
                <a:spcPct val="100000"/>
              </a:lnSpc>
              <a:defRPr sz="8600">
                <a:solidFill>
                  <a:schemeClr val="accent1"/>
                </a:solidFill>
              </a:defRPr>
            </a:lvl4pPr>
            <a:lvl5pPr>
              <a:lnSpc>
                <a:spcPct val="100000"/>
              </a:lnSpc>
              <a:defRPr sz="860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+000M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B9ABB71-218D-3F6E-E3F7-5348FD395D22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81024" y="12823285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B77BD92D-3A6C-2396-61D4-51D7CC5B1C0A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60829" y="12951538"/>
            <a:ext cx="251671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4764434"/>
      </p:ext>
    </p:extLst>
  </p:cSld>
  <p:clrMapOvr>
    <a:masterClrMapping/>
  </p:clrMapOvr>
  <p:transition spd="med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ta, 3 callouts, horizonta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26D02D-89A9-0455-FACB-7B6D03346E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576072"/>
            <a:ext cx="4949825" cy="3284728"/>
          </a:xfrm>
        </p:spPr>
        <p:txBody>
          <a:bodyPr/>
          <a:lstStyle>
            <a:lvl1pPr>
              <a:lnSpc>
                <a:spcPct val="11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BBB79390-98CC-5F62-D373-F6646F767DD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667500" y="384048"/>
            <a:ext cx="4951413" cy="2859087"/>
          </a:xfrm>
        </p:spPr>
        <p:txBody>
          <a:bodyPr/>
          <a:lstStyle>
            <a:lvl1pPr>
              <a:lnSpc>
                <a:spcPct val="90000"/>
              </a:lnSpc>
              <a:defRPr sz="13200">
                <a:solidFill>
                  <a:schemeClr val="accent1"/>
                </a:solidFill>
              </a:defRPr>
            </a:lvl1pPr>
            <a:lvl2pPr marL="0" indent="0">
              <a:buNone/>
              <a:defRPr/>
            </a:lvl2pPr>
          </a:lstStyle>
          <a:p>
            <a:r>
              <a:rPr lang="en-US" dirty="0"/>
              <a:t>00%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DDE7F16-A938-0D17-3BFA-034F142A808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763500" y="572897"/>
            <a:ext cx="7620000" cy="2859087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cxnSp>
        <p:nvCxnSpPr>
          <p:cNvPr id="17" name="Straight Connector 16" descr="Horizontal row divider">
            <a:extLst>
              <a:ext uri="{FF2B5EF4-FFF2-40B4-BE49-F238E27FC236}">
                <a16:creationId xmlns:a16="http://schemas.microsoft.com/office/drawing/2014/main" id="{1103109C-6DA9-8F27-B4B1-EE276442E489}"/>
              </a:ext>
            </a:extLst>
          </p:cNvPr>
          <p:cNvCxnSpPr/>
          <p:nvPr userDrawn="1"/>
        </p:nvCxnSpPr>
        <p:spPr bwMode="auto">
          <a:xfrm>
            <a:off x="6667500" y="4575175"/>
            <a:ext cx="17145000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3516E6B1-7020-1EA5-CDD4-B1FC6CE2740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667500" y="4957821"/>
            <a:ext cx="4951413" cy="2857506"/>
          </a:xfrm>
        </p:spPr>
        <p:txBody>
          <a:bodyPr/>
          <a:lstStyle>
            <a:lvl1pPr>
              <a:lnSpc>
                <a:spcPct val="90000"/>
              </a:lnSpc>
              <a:defRPr sz="132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00%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F3FD8FB-143C-CB66-123C-0495EB1C33B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763500" y="5125969"/>
            <a:ext cx="7620000" cy="2857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cxnSp>
        <p:nvCxnSpPr>
          <p:cNvPr id="15" name="Straight Connector 14" descr="Horizontal row divider">
            <a:extLst>
              <a:ext uri="{FF2B5EF4-FFF2-40B4-BE49-F238E27FC236}">
                <a16:creationId xmlns:a16="http://schemas.microsoft.com/office/drawing/2014/main" id="{687931BB-B3EF-829C-B354-B048514D5138}"/>
              </a:ext>
            </a:extLst>
          </p:cNvPr>
          <p:cNvCxnSpPr/>
          <p:nvPr userDrawn="1"/>
        </p:nvCxnSpPr>
        <p:spPr bwMode="auto">
          <a:xfrm>
            <a:off x="6667500" y="9140825"/>
            <a:ext cx="17145000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AC11D906-6DD0-910D-48BA-0C197C90AA4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667501" y="9526645"/>
            <a:ext cx="4951411" cy="2668530"/>
          </a:xfrm>
        </p:spPr>
        <p:txBody>
          <a:bodyPr/>
          <a:lstStyle>
            <a:lvl1pPr>
              <a:lnSpc>
                <a:spcPct val="90000"/>
              </a:lnSpc>
              <a:defRPr sz="132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00%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A1063D1-FD79-491C-791B-87858EA0CB8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2763500" y="9670409"/>
            <a:ext cx="7620000" cy="2524766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7E465D-4B5F-2DAE-57C4-590983308A9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67500" y="12058650"/>
            <a:ext cx="4951413" cy="1143000"/>
          </a:xfrm>
        </p:spPr>
        <p:txBody>
          <a:bodyPr anchor="b"/>
          <a:lstStyle>
            <a:lvl1pPr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lnSpc>
                <a:spcPct val="120000"/>
              </a:lnSpc>
              <a:spcBef>
                <a:spcPts val="0"/>
              </a:spcBef>
              <a:defRPr sz="1600" b="0" i="0">
                <a:latin typeface="Arial" panose="020B05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495C3AC-E4B9-F837-204B-FF01953D40BE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81024" y="12823285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22119C11-B0BD-168C-0C07-D70B259D3906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60829" y="12951538"/>
            <a:ext cx="251671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6111609"/>
      </p:ext>
    </p:extLst>
  </p:cSld>
  <p:clrMapOvr>
    <a:masterClrMapping/>
  </p:clrMapOvr>
  <p:transition spd="med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4 columns 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D740D-848C-40A7-AB96-E7B74E0A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423" y="576072"/>
            <a:ext cx="4942078" cy="1525588"/>
          </a:xfrm>
        </p:spPr>
        <p:txBody>
          <a:bodyPr/>
          <a:lstStyle>
            <a:lvl1pPr>
              <a:lnSpc>
                <a:spcPct val="11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C17B282-9F6A-839A-442D-69BC9DF3749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82422" y="3047999"/>
            <a:ext cx="4956175" cy="9153525"/>
          </a:xfrm>
        </p:spPr>
        <p:txBody>
          <a:bodyPr/>
          <a:lstStyle>
            <a:lvl1pPr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18288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36576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54864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5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9E6C7C8-F097-FDD3-FF97-3FC4133BC68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70675" y="3047999"/>
            <a:ext cx="4951413" cy="9153525"/>
          </a:xfrm>
        </p:spPr>
        <p:txBody>
          <a:bodyPr/>
          <a:lstStyle>
            <a:lvl1pPr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18288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36576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54864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5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E0B684B-61D6-CF9E-57FC-892D7CEE8D1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766675" y="3047999"/>
            <a:ext cx="4953000" cy="9153525"/>
          </a:xfrm>
        </p:spPr>
        <p:txBody>
          <a:bodyPr/>
          <a:lstStyle>
            <a:lvl1pPr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18288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36576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54864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5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1E0D5184-93C0-B658-7967-FBC78C38A51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8862675" y="3047999"/>
            <a:ext cx="4959350" cy="9153525"/>
          </a:xfrm>
        </p:spPr>
        <p:txBody>
          <a:bodyPr/>
          <a:lstStyle>
            <a:lvl1pPr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18288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36576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54864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5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D830AE7-F6A6-A339-0B24-876A9554C9E3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81024" y="12823285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31A616C3-34A8-1D7A-67C9-8B76F2D30BD0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60829" y="12951538"/>
            <a:ext cx="251671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1313497"/>
      </p:ext>
    </p:extLst>
  </p:cSld>
  <p:clrMapOvr>
    <a:masterClrMapping/>
  </p:clrMapOvr>
  <p:transition spd="med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4 columns, short divider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D740D-848C-40A7-AB96-E7B74E0A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9247" y="576072"/>
            <a:ext cx="4949825" cy="1525588"/>
          </a:xfrm>
        </p:spPr>
        <p:txBody>
          <a:bodyPr/>
          <a:lstStyle>
            <a:lvl1pPr>
              <a:lnSpc>
                <a:spcPct val="11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792CE3F-FA6A-2FE0-0146-4BFD45CF296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670675" y="576072"/>
            <a:ext cx="4956175" cy="1525587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18288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36576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54864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5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cxnSp>
        <p:nvCxnSpPr>
          <p:cNvPr id="20" name="Straight Connector 19" descr="Vertical column divider">
            <a:extLst>
              <a:ext uri="{FF2B5EF4-FFF2-40B4-BE49-F238E27FC236}">
                <a16:creationId xmlns:a16="http://schemas.microsoft.com/office/drawing/2014/main" id="{ABAB2974-AD95-0BF2-C41A-265AEF03B4F7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6096000" y="3044825"/>
            <a:ext cx="0" cy="9145472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Straight Connector 20" descr="Vertical column divider">
            <a:extLst>
              <a:ext uri="{FF2B5EF4-FFF2-40B4-BE49-F238E27FC236}">
                <a16:creationId xmlns:a16="http://schemas.microsoft.com/office/drawing/2014/main" id="{CDB8CB8D-C4DB-E357-4948-59CD6A18A9DC}"/>
              </a:ext>
            </a:extLst>
          </p:cNvPr>
          <p:cNvCxnSpPr/>
          <p:nvPr userDrawn="1"/>
        </p:nvCxnSpPr>
        <p:spPr bwMode="auto">
          <a:xfrm>
            <a:off x="12188952" y="3044825"/>
            <a:ext cx="0" cy="915035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Straight Connector 21" descr="Vertical column divider">
            <a:extLst>
              <a:ext uri="{FF2B5EF4-FFF2-40B4-BE49-F238E27FC236}">
                <a16:creationId xmlns:a16="http://schemas.microsoft.com/office/drawing/2014/main" id="{8B5887E5-28C4-AA99-EBD5-E34B88F46F25}"/>
              </a:ext>
            </a:extLst>
          </p:cNvPr>
          <p:cNvCxnSpPr/>
          <p:nvPr userDrawn="1"/>
        </p:nvCxnSpPr>
        <p:spPr bwMode="auto">
          <a:xfrm>
            <a:off x="18288000" y="3044825"/>
            <a:ext cx="0" cy="915035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A5E154F-497D-F356-4526-C17B1B098AC9}"/>
              </a:ext>
            </a:extLst>
          </p:cNvPr>
          <p:cNvSpPr>
            <a:spLocks noGrp="1"/>
          </p:cNvSpPr>
          <p:nvPr userDrawn="1">
            <p:ph type="ftr" sz="quarter" idx="18"/>
          </p:nvPr>
        </p:nvSpPr>
        <p:spPr>
          <a:xfrm>
            <a:off x="581024" y="12823285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A3714515-3CA1-0F75-0503-3208A09DFA76}"/>
              </a:ext>
            </a:extLst>
          </p:cNvPr>
          <p:cNvSpPr txBox="1">
            <a:spLocks noGrp="1"/>
          </p:cNvSpPr>
          <p:nvPr userDrawn="1">
            <p:ph type="sldNum" sz="quarter" idx="4"/>
          </p:nvPr>
        </p:nvSpPr>
        <p:spPr>
          <a:xfrm>
            <a:off x="23560829" y="12951538"/>
            <a:ext cx="251671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4B531E36-2064-83A6-3D5A-E40E324F8495}"/>
              </a:ext>
            </a:extLst>
          </p:cNvPr>
          <p:cNvSpPr>
            <a:spLocks noGrp="1"/>
          </p:cNvSpPr>
          <p:nvPr userDrawn="1">
            <p:ph type="body" sz="quarter" idx="11"/>
          </p:nvPr>
        </p:nvSpPr>
        <p:spPr>
          <a:xfrm>
            <a:off x="582422" y="3047999"/>
            <a:ext cx="4956175" cy="9153525"/>
          </a:xfrm>
        </p:spPr>
        <p:txBody>
          <a:bodyPr/>
          <a:lstStyle>
            <a:lvl1pPr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18288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36576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54864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5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70587680-FBD6-A326-93E3-B3437A4124A3}"/>
              </a:ext>
            </a:extLst>
          </p:cNvPr>
          <p:cNvSpPr>
            <a:spLocks noGrp="1"/>
          </p:cNvSpPr>
          <p:nvPr userDrawn="1">
            <p:ph type="body" sz="quarter" idx="12"/>
          </p:nvPr>
        </p:nvSpPr>
        <p:spPr>
          <a:xfrm>
            <a:off x="6670675" y="3047999"/>
            <a:ext cx="4951413" cy="9153525"/>
          </a:xfrm>
        </p:spPr>
        <p:txBody>
          <a:bodyPr/>
          <a:lstStyle>
            <a:lvl1pPr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18288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36576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54864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5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CAE80882-A798-33A6-BF3F-DF9C75646C23}"/>
              </a:ext>
            </a:extLst>
          </p:cNvPr>
          <p:cNvSpPr>
            <a:spLocks noGrp="1"/>
          </p:cNvSpPr>
          <p:nvPr userDrawn="1">
            <p:ph type="body" sz="quarter" idx="13"/>
          </p:nvPr>
        </p:nvSpPr>
        <p:spPr>
          <a:xfrm>
            <a:off x="12766675" y="3047999"/>
            <a:ext cx="4953000" cy="9153525"/>
          </a:xfrm>
        </p:spPr>
        <p:txBody>
          <a:bodyPr/>
          <a:lstStyle>
            <a:lvl1pPr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18288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36576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54864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5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1809E051-5EDC-532B-0D86-AA9349AAA053}"/>
              </a:ext>
            </a:extLst>
          </p:cNvPr>
          <p:cNvSpPr>
            <a:spLocks noGrp="1"/>
          </p:cNvSpPr>
          <p:nvPr userDrawn="1">
            <p:ph type="body" sz="quarter" idx="14"/>
          </p:nvPr>
        </p:nvSpPr>
        <p:spPr>
          <a:xfrm>
            <a:off x="18862675" y="3047999"/>
            <a:ext cx="4959350" cy="9153525"/>
          </a:xfrm>
        </p:spPr>
        <p:txBody>
          <a:bodyPr/>
          <a:lstStyle>
            <a:lvl1pPr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18288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36576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54864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5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3152310234"/>
      </p:ext>
    </p:extLst>
  </p:cSld>
  <p:clrMapOvr>
    <a:masterClrMapping/>
  </p:clrMapOvr>
  <p:transition spd="med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4 columns, dividers, headline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D740D-848C-40A7-AB96-E7B74E0A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422" y="576071"/>
            <a:ext cx="4949825" cy="2468753"/>
          </a:xfrm>
        </p:spPr>
        <p:txBody>
          <a:bodyPr/>
          <a:lstStyle>
            <a:lvl1pPr>
              <a:lnSpc>
                <a:spcPct val="11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792CE3F-FA6A-2FE0-0146-4BFD45CF296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667500" y="576072"/>
            <a:ext cx="4956175" cy="1843037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9E6C7C8-F097-FDD3-FF97-3FC4133BC68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67500" y="3047999"/>
            <a:ext cx="4951413" cy="9156701"/>
          </a:xfrm>
        </p:spPr>
        <p:txBody>
          <a:bodyPr/>
          <a:lstStyle>
            <a:lvl1pPr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18288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36576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54864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5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93A9C8C-F98C-5899-BE8B-D1A544D66C6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2763500" y="576072"/>
            <a:ext cx="4953000" cy="1843037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E0B684B-61D6-CF9E-57FC-892D7CEE8D1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763500" y="3048000"/>
            <a:ext cx="4953000" cy="9156700"/>
          </a:xfrm>
        </p:spPr>
        <p:txBody>
          <a:bodyPr/>
          <a:lstStyle>
            <a:lvl1pPr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18288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36576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54864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5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cxnSp>
        <p:nvCxnSpPr>
          <p:cNvPr id="14" name="Straight Connector 13" descr="Vertical column divider">
            <a:extLst>
              <a:ext uri="{FF2B5EF4-FFF2-40B4-BE49-F238E27FC236}">
                <a16:creationId xmlns:a16="http://schemas.microsoft.com/office/drawing/2014/main" id="{C6EB28FF-C21F-A83D-2D19-2242B76C6B09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6096000" y="570103"/>
            <a:ext cx="0" cy="1162208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 descr="Vertical column divider">
            <a:extLst>
              <a:ext uri="{FF2B5EF4-FFF2-40B4-BE49-F238E27FC236}">
                <a16:creationId xmlns:a16="http://schemas.microsoft.com/office/drawing/2014/main" id="{3D7A0E74-695D-C6F5-07CD-01209D58A70A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12188952" y="570103"/>
            <a:ext cx="0" cy="11625072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Connector 18" descr="Vertical column divider">
            <a:extLst>
              <a:ext uri="{FF2B5EF4-FFF2-40B4-BE49-F238E27FC236}">
                <a16:creationId xmlns:a16="http://schemas.microsoft.com/office/drawing/2014/main" id="{19E1AC9A-B000-435B-E4BC-54B09FB7957C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18288000" y="570103"/>
            <a:ext cx="0" cy="1162208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A62B128-D226-0D9B-89EC-51AFD07F30CF}"/>
              </a:ext>
            </a:extLst>
          </p:cNvPr>
          <p:cNvSpPr>
            <a:spLocks noGrp="1"/>
          </p:cNvSpPr>
          <p:nvPr userDrawn="1">
            <p:ph type="body" sz="quarter" idx="17"/>
          </p:nvPr>
        </p:nvSpPr>
        <p:spPr>
          <a:xfrm>
            <a:off x="18859500" y="576072"/>
            <a:ext cx="4959350" cy="1843037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1E0D5184-93C0-B658-7967-FBC78C38A518}"/>
              </a:ext>
            </a:extLst>
          </p:cNvPr>
          <p:cNvSpPr>
            <a:spLocks noGrp="1"/>
          </p:cNvSpPr>
          <p:nvPr userDrawn="1">
            <p:ph type="body" sz="quarter" idx="14"/>
          </p:nvPr>
        </p:nvSpPr>
        <p:spPr>
          <a:xfrm>
            <a:off x="18859500" y="3048000"/>
            <a:ext cx="4959350" cy="9156700"/>
          </a:xfrm>
        </p:spPr>
        <p:txBody>
          <a:bodyPr/>
          <a:lstStyle>
            <a:lvl1pPr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18288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36576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54864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5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C3F2C39-1D80-7B1C-F53D-B11D6327AF07}"/>
              </a:ext>
            </a:extLst>
          </p:cNvPr>
          <p:cNvSpPr>
            <a:spLocks noGrp="1"/>
          </p:cNvSpPr>
          <p:nvPr userDrawn="1">
            <p:ph type="ftr" sz="quarter" idx="18"/>
          </p:nvPr>
        </p:nvSpPr>
        <p:spPr>
          <a:xfrm>
            <a:off x="581024" y="12823285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56961C62-D766-8A68-1FA3-BF6BE095543D}"/>
              </a:ext>
            </a:extLst>
          </p:cNvPr>
          <p:cNvSpPr txBox="1">
            <a:spLocks noGrp="1"/>
          </p:cNvSpPr>
          <p:nvPr userDrawn="1">
            <p:ph type="sldNum" sz="quarter" idx="4"/>
          </p:nvPr>
        </p:nvSpPr>
        <p:spPr>
          <a:xfrm>
            <a:off x="23560829" y="12951538"/>
            <a:ext cx="251671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9707034"/>
      </p:ext>
    </p:extLst>
  </p:cSld>
  <p:clrMapOvr>
    <a:masterClrMapping/>
  </p:clrMapOvr>
  <p:transition spd="med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4 columns, dividers, pictogram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734332-B5B5-4358-3C72-8B35F374A8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576072"/>
            <a:ext cx="4949825" cy="2097087"/>
          </a:xfrm>
        </p:spPr>
        <p:txBody>
          <a:bodyPr/>
          <a:lstStyle>
            <a:lvl1pPr>
              <a:lnSpc>
                <a:spcPct val="110000"/>
              </a:lnSpc>
              <a:defRPr sz="24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59C4772-2960-241E-274D-18A4B5568DA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82423" y="3048000"/>
            <a:ext cx="4942078" cy="4578350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36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4" name="Picture Placeholder 13" descr="Place pictogram here">
            <a:extLst>
              <a:ext uri="{FF2B5EF4-FFF2-40B4-BE49-F238E27FC236}">
                <a16:creationId xmlns:a16="http://schemas.microsoft.com/office/drawing/2014/main" id="{637C5D5A-A533-DB2D-8BBE-C9DAA013CA0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667500" y="576072"/>
            <a:ext cx="1216152" cy="1216152"/>
          </a:xfrm>
        </p:spPr>
        <p:txBody>
          <a:bodyPr anchor="ctr"/>
          <a:lstStyle>
            <a:lvl1pPr algn="ctr"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Pictogram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27CF39F-F0FC-7815-2582-A13E0599BC2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70675" y="3047999"/>
            <a:ext cx="4951413" cy="9153525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1pPr>
            <a:lvl2pPr marL="219456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2pPr>
            <a:lvl3pPr marL="438912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3pPr>
            <a:lvl4pPr marL="658368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5" name="Picture Placeholder 13" descr="Place pictogram here">
            <a:extLst>
              <a:ext uri="{FF2B5EF4-FFF2-40B4-BE49-F238E27FC236}">
                <a16:creationId xmlns:a16="http://schemas.microsoft.com/office/drawing/2014/main" id="{81413BEF-DDD1-548F-409B-224DE030B67E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12766828" y="576072"/>
            <a:ext cx="1216152" cy="1216152"/>
          </a:xfrm>
        </p:spPr>
        <p:txBody>
          <a:bodyPr anchor="ctr"/>
          <a:lstStyle>
            <a:lvl1pPr algn="ctr"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Pictogram</a:t>
            </a:r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68C92137-8AC3-46D8-C9A2-F6F058938B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768031" y="3047999"/>
            <a:ext cx="4942120" cy="9153524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1pPr>
            <a:lvl2pPr marL="219456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2pPr>
            <a:lvl3pPr marL="438912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3pPr>
            <a:lvl4pPr marL="658368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6" name="Picture Placeholder 13" descr="Place pictogram here">
            <a:extLst>
              <a:ext uri="{FF2B5EF4-FFF2-40B4-BE49-F238E27FC236}">
                <a16:creationId xmlns:a16="http://schemas.microsoft.com/office/drawing/2014/main" id="{B37C3DBB-1177-5FC6-7F7F-E6C5931C9620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18859500" y="576072"/>
            <a:ext cx="1216152" cy="1216152"/>
          </a:xfrm>
        </p:spPr>
        <p:txBody>
          <a:bodyPr anchor="ctr"/>
          <a:lstStyle>
            <a:lvl1pPr algn="ctr"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Pictogram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AC380211-AA5F-2F8D-309F-DC766DF1EF5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8862677" y="3047999"/>
            <a:ext cx="4941886" cy="9153525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1pPr>
            <a:lvl2pPr marL="219456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2pPr>
            <a:lvl3pPr marL="438912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3pPr>
            <a:lvl4pPr marL="658368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8C59ECBB-8567-F0FF-2B81-7CCA543AC3AF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81024" y="12823285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193F0BFF-6925-3869-6436-5F209217E4E7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60829" y="12951538"/>
            <a:ext cx="251671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4" name="Straight Connector 3" descr="Vertical column divider">
            <a:extLst>
              <a:ext uri="{FF2B5EF4-FFF2-40B4-BE49-F238E27FC236}">
                <a16:creationId xmlns:a16="http://schemas.microsoft.com/office/drawing/2014/main" id="{3EC1ADC5-863A-1C19-32F5-F71459CCBF15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6096000" y="570103"/>
            <a:ext cx="0" cy="1163142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 descr="Vertical column divider">
            <a:extLst>
              <a:ext uri="{FF2B5EF4-FFF2-40B4-BE49-F238E27FC236}">
                <a16:creationId xmlns:a16="http://schemas.microsoft.com/office/drawing/2014/main" id="{72E1DB67-171C-F7FE-B9F6-5778755FF746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12192127" y="570103"/>
            <a:ext cx="0" cy="11625072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Straight Connector 7" descr="Vertical column divider">
            <a:extLst>
              <a:ext uri="{FF2B5EF4-FFF2-40B4-BE49-F238E27FC236}">
                <a16:creationId xmlns:a16="http://schemas.microsoft.com/office/drawing/2014/main" id="{6EF3DAE3-95FD-80AD-F6F4-79B5745FA451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18288000" y="570103"/>
            <a:ext cx="0" cy="1162208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95899409"/>
      </p:ext>
    </p:extLst>
  </p:cSld>
  <p:clrMapOvr>
    <a:masterClrMapping/>
  </p:clrMapOvr>
  <p:transition spd="med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1 wide column, divi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D740D-848C-40A7-AB96-E7B74E0A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423" y="384048"/>
            <a:ext cx="4942078" cy="3117978"/>
          </a:xfrm>
        </p:spPr>
        <p:txBody>
          <a:bodyPr/>
          <a:lstStyle>
            <a:lvl1pPr>
              <a:lnSpc>
                <a:spcPct val="100000"/>
              </a:lnSpc>
              <a:defRPr sz="68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792CE3F-FA6A-2FE0-0146-4BFD45CF296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669152" y="384048"/>
            <a:ext cx="4951414" cy="2201269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6800">
                <a:solidFill>
                  <a:schemeClr val="tx2"/>
                </a:solidFill>
              </a:defRPr>
            </a:lvl1pPr>
            <a:lvl2pPr>
              <a:spcBef>
                <a:spcPts val="0"/>
              </a:spcBef>
              <a:defRPr sz="2800"/>
            </a:lvl2pPr>
            <a:lvl3pPr>
              <a:spcBef>
                <a:spcPts val="0"/>
              </a:spcBef>
              <a:defRPr sz="2800"/>
            </a:lvl3pPr>
            <a:lvl4pPr>
              <a:spcBef>
                <a:spcPts val="0"/>
              </a:spcBef>
              <a:defRPr sz="2800"/>
            </a:lvl4pPr>
            <a:lvl5pPr>
              <a:spcBef>
                <a:spcPts val="0"/>
              </a:spcBef>
              <a:defRPr sz="2800"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9E6C7C8-F097-FDD3-FF97-3FC4133BC68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69153" y="3047999"/>
            <a:ext cx="4951413" cy="9153525"/>
          </a:xfrm>
        </p:spPr>
        <p:txBody>
          <a:bodyPr/>
          <a:lstStyle>
            <a:lvl1pPr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256032" indent="-256032"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512064" indent="-256032"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768096" indent="-256032"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4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E0B684B-61D6-CF9E-57FC-892D7CEE8D1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765153" y="3047999"/>
            <a:ext cx="10096500" cy="9153525"/>
          </a:xfrm>
        </p:spPr>
        <p:txBody>
          <a:bodyPr/>
          <a:lstStyle>
            <a:lvl1pPr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256032" indent="-256032"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512064" indent="-256032"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768096" indent="-256032"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4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FC93AC5E-9451-FF93-87DD-889A48A00DD1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81024" y="12823285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D1F6E83E-BB80-D71A-7819-884C0CD4799E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60829" y="12951538"/>
            <a:ext cx="251671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3649678"/>
      </p:ext>
    </p:extLst>
  </p:cSld>
  <p:clrMapOvr>
    <a:masterClrMapping/>
  </p:clrMapOvr>
  <p:transition spd="med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2 wide column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D46C39-902F-3DA0-AAF4-319DA8AE38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422" y="576072"/>
            <a:ext cx="7424927" cy="1906588"/>
          </a:xfrm>
        </p:spPr>
        <p:txBody>
          <a:bodyPr/>
          <a:lstStyle>
            <a:lvl1pPr>
              <a:lnSpc>
                <a:spcPct val="11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ABBA43D-8D00-4EDB-B803-D1EEE6CE2CB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82422" y="3047999"/>
            <a:ext cx="10099675" cy="9153524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D32DCE7C-29C5-BC86-B154-7DD0C4F0553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766675" y="3047999"/>
            <a:ext cx="10096500" cy="9153525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C9E836C4-97D9-E198-E7C4-C2E94BADE6BD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81024" y="12823285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A861A72C-9D4B-8178-79CE-382DDE87CD24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60829" y="12951538"/>
            <a:ext cx="251671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4945124"/>
      </p:ext>
    </p:extLst>
  </p:cSld>
  <p:clrMapOvr>
    <a:masterClrMapping/>
  </p:clrMapOvr>
  <p:transition spd="med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2 columns, large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4691A7-388D-D543-2C74-58FA1F3BC2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422" y="384048"/>
            <a:ext cx="11036491" cy="4210177"/>
          </a:xfrm>
        </p:spPr>
        <p:txBody>
          <a:bodyPr rIns="457200"/>
          <a:lstStyle>
            <a:lvl1pPr>
              <a:lnSpc>
                <a:spcPct val="100000"/>
              </a:lnSpc>
              <a:defRPr sz="68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E09569-73DF-2226-A7D7-ABBE84A4704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766675" y="576071"/>
            <a:ext cx="4949825" cy="11619103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9B0D0BB0-9896-0353-D972-26B687C3D8D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8862675" y="576071"/>
            <a:ext cx="4941888" cy="11619103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A8BE2778-A9AA-3756-3479-C4A6DD4F0F00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81024" y="12823285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31D49C41-81F4-5A73-2F6D-EF2D5E383721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60829" y="12951538"/>
            <a:ext cx="251671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9821703"/>
      </p:ext>
    </p:extLst>
  </p:cSld>
  <p:clrMapOvr>
    <a:masterClrMapping/>
  </p:clrMapOvr>
  <p:transition spd="med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2 columns, small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4691A7-388D-D543-2C74-58FA1F3BC2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422" y="576072"/>
            <a:ext cx="4942078" cy="3995927"/>
          </a:xfrm>
        </p:spPr>
        <p:txBody>
          <a:bodyPr/>
          <a:lstStyle>
            <a:lvl1pPr>
              <a:lnSpc>
                <a:spcPct val="11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E09569-73DF-2226-A7D7-ABBE84A4704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766675" y="573087"/>
            <a:ext cx="4953000" cy="11622087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9B0D0BB0-9896-0353-D972-26B687C3D8D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8862675" y="573087"/>
            <a:ext cx="4941888" cy="11622087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CB9B0455-A1CF-B58E-3124-86D0B0DD2BB2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81024" y="12823285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964E5562-E403-533D-BEAD-AB50713ED183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60829" y="12951538"/>
            <a:ext cx="251671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4956051"/>
      </p:ext>
    </p:extLst>
  </p:cSld>
  <p:clrMapOvr>
    <a:masterClrMapping/>
  </p:clrMapOvr>
  <p:transition spd="med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2 columns, dividers, large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3E75BA-E283-08AE-B230-A89A2245C1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422" y="384048"/>
            <a:ext cx="11039476" cy="4210176"/>
          </a:xfrm>
        </p:spPr>
        <p:txBody>
          <a:bodyPr rIns="457200"/>
          <a:lstStyle>
            <a:lvl1pPr>
              <a:lnSpc>
                <a:spcPct val="100000"/>
              </a:lnSpc>
              <a:defRPr sz="68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Text Placeholder 9">
            <a:extLst>
              <a:ext uri="{FF2B5EF4-FFF2-40B4-BE49-F238E27FC236}">
                <a16:creationId xmlns:a16="http://schemas.microsoft.com/office/drawing/2014/main" id="{8AF10F27-0178-9C93-8741-F0241501B4B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2763500" y="576072"/>
            <a:ext cx="4953000" cy="1877761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5898D950-EA52-ABF9-D15D-C6C8FE94649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2766675" y="3047999"/>
            <a:ext cx="4953000" cy="9153525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18288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36576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54864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5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5" name="Text Placeholder 12">
            <a:extLst>
              <a:ext uri="{FF2B5EF4-FFF2-40B4-BE49-F238E27FC236}">
                <a16:creationId xmlns:a16="http://schemas.microsoft.com/office/drawing/2014/main" id="{17CD3DC6-7946-2D82-C3E4-10BC579C88D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8859500" y="576072"/>
            <a:ext cx="4959350" cy="1877761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A501ADC5-5846-FF23-F5DB-93E8D05863E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8862675" y="3047999"/>
            <a:ext cx="4953000" cy="9153524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18288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36576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54864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5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C196BE21-C69D-85CB-EE77-49D2E4993A04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>
          <a:xfrm>
            <a:off x="581024" y="12823285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DBB179B0-7DF8-112C-BC38-B65090C6DD68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60829" y="12951538"/>
            <a:ext cx="251671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170831"/>
      </p:ext>
    </p:extLst>
  </p:cSld>
  <p:clrMapOvr>
    <a:masterClrMapping/>
  </p:clrMapOvr>
  <p:transition spd="med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2 columns, dividers, small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3E75BA-E283-08AE-B230-A89A2245C1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422" y="576072"/>
            <a:ext cx="4949826" cy="3995927"/>
          </a:xfrm>
        </p:spPr>
        <p:txBody>
          <a:bodyPr rIns="0"/>
          <a:lstStyle>
            <a:lvl1pPr>
              <a:lnSpc>
                <a:spcPct val="11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Text Placeholder 9">
            <a:extLst>
              <a:ext uri="{FF2B5EF4-FFF2-40B4-BE49-F238E27FC236}">
                <a16:creationId xmlns:a16="http://schemas.microsoft.com/office/drawing/2014/main" id="{8AF10F27-0178-9C93-8741-F0241501B4B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2766675" y="576072"/>
            <a:ext cx="4953000" cy="1877761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5898D950-EA52-ABF9-D15D-C6C8FE94649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2766675" y="3047999"/>
            <a:ext cx="4953000" cy="9153525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18288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36576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54864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5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5" name="Text Placeholder 12">
            <a:extLst>
              <a:ext uri="{FF2B5EF4-FFF2-40B4-BE49-F238E27FC236}">
                <a16:creationId xmlns:a16="http://schemas.microsoft.com/office/drawing/2014/main" id="{17CD3DC6-7946-2D82-C3E4-10BC579C88D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8862675" y="576072"/>
            <a:ext cx="4942078" cy="1877761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A501ADC5-5846-FF23-F5DB-93E8D05863E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8862675" y="3047999"/>
            <a:ext cx="4953000" cy="9153525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18288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36576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54864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5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12FA1770-E046-DD8F-9F28-19D80D1D67C2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>
          <a:xfrm>
            <a:off x="581024" y="12823285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91ADA982-549A-4D2D-490A-DE5610A50878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60829" y="12951538"/>
            <a:ext cx="251671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9240754"/>
      </p:ext>
    </p:extLst>
  </p:cSld>
  <p:clrMapOvr>
    <a:masterClrMapping/>
  </p:clrMapOvr>
  <p:transition spd="med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2 columns, dividers, pictogram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D740D-848C-40A7-AB96-E7B74E0A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422" y="384048"/>
            <a:ext cx="4949825" cy="4210177"/>
          </a:xfrm>
        </p:spPr>
        <p:txBody>
          <a:bodyPr/>
          <a:lstStyle>
            <a:lvl1pPr>
              <a:lnSpc>
                <a:spcPct val="100000"/>
              </a:lnSpc>
              <a:defRPr sz="68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792CE3F-FA6A-2FE0-0146-4BFD45CF296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669151" y="384048"/>
            <a:ext cx="4956175" cy="3110583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6800">
                <a:solidFill>
                  <a:schemeClr val="tx2"/>
                </a:solidFill>
              </a:defRPr>
            </a:lvl1pPr>
            <a:lvl2pPr>
              <a:lnSpc>
                <a:spcPct val="90000"/>
              </a:lnSpc>
              <a:spcBef>
                <a:spcPts val="0"/>
              </a:spcBef>
              <a:defRPr sz="2800"/>
            </a:lvl2pPr>
            <a:lvl3pPr>
              <a:lnSpc>
                <a:spcPct val="90000"/>
              </a:lnSpc>
              <a:spcBef>
                <a:spcPts val="0"/>
              </a:spcBef>
              <a:defRPr sz="2800"/>
            </a:lvl3pPr>
            <a:lvl4pPr>
              <a:lnSpc>
                <a:spcPct val="90000"/>
              </a:lnSpc>
              <a:spcBef>
                <a:spcPts val="0"/>
              </a:spcBef>
              <a:defRPr sz="2800"/>
            </a:lvl4pPr>
            <a:lvl5pPr>
              <a:lnSpc>
                <a:spcPct val="90000"/>
              </a:lnSpc>
              <a:spcBef>
                <a:spcPts val="0"/>
              </a:spcBef>
              <a:defRPr sz="2800"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9E6C7C8-F097-FDD3-FF97-3FC4133BC68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70675" y="3016790"/>
            <a:ext cx="4951413" cy="9188588"/>
          </a:xfrm>
        </p:spPr>
        <p:txBody>
          <a:bodyPr/>
          <a:lstStyle>
            <a:lvl1pPr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256032" indent="-256032"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512064" indent="-256032"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768096" indent="-256032"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4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5" name="Picture Placeholder 4" descr="Place pictogram here">
            <a:extLst>
              <a:ext uri="{FF2B5EF4-FFF2-40B4-BE49-F238E27FC236}">
                <a16:creationId xmlns:a16="http://schemas.microsoft.com/office/drawing/2014/main" id="{4E8FFEFF-CCD0-A436-418A-5FB8624CCC89}"/>
              </a:ext>
            </a:extLst>
          </p:cNvPr>
          <p:cNvSpPr>
            <a:spLocks noGrp="1" noChangeAspect="1"/>
          </p:cNvSpPr>
          <p:nvPr>
            <p:ph type="pic" sz="quarter" idx="16" hasCustomPrompt="1"/>
          </p:nvPr>
        </p:nvSpPr>
        <p:spPr>
          <a:xfrm>
            <a:off x="12763500" y="576072"/>
            <a:ext cx="1216152" cy="1214462"/>
          </a:xfrm>
        </p:spPr>
        <p:txBody>
          <a:bodyPr anchor="ctr"/>
          <a:lstStyle>
            <a:lvl1pPr algn="ctr"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Pictogram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E0B684B-61D6-CF9E-57FC-892D7CEE8D1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766675" y="3047999"/>
            <a:ext cx="4953000" cy="9153525"/>
          </a:xfrm>
        </p:spPr>
        <p:txBody>
          <a:bodyPr/>
          <a:lstStyle>
            <a:lvl1pPr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18288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36576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54864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5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2" name="Picture Placeholder 11" descr="Place pictogram here">
            <a:extLst>
              <a:ext uri="{FF2B5EF4-FFF2-40B4-BE49-F238E27FC236}">
                <a16:creationId xmlns:a16="http://schemas.microsoft.com/office/drawing/2014/main" id="{484E55D7-CBB2-992D-3E77-5CB7B7CADA9C}"/>
              </a:ext>
            </a:extLst>
          </p:cNvPr>
          <p:cNvSpPr>
            <a:spLocks noGrp="1" noChangeAspect="1"/>
          </p:cNvSpPr>
          <p:nvPr>
            <p:ph type="pic" sz="quarter" idx="17" hasCustomPrompt="1"/>
          </p:nvPr>
        </p:nvSpPr>
        <p:spPr>
          <a:xfrm>
            <a:off x="18859500" y="576072"/>
            <a:ext cx="1217844" cy="1216152"/>
          </a:xfrm>
        </p:spPr>
        <p:txBody>
          <a:bodyPr anchor="ctr"/>
          <a:lstStyle>
            <a:lvl1pPr algn="ctr"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Pictogram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1E0D5184-93C0-B658-7967-FBC78C38A51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8859500" y="3047999"/>
            <a:ext cx="4959350" cy="9153525"/>
          </a:xfrm>
        </p:spPr>
        <p:txBody>
          <a:bodyPr/>
          <a:lstStyle>
            <a:lvl1pPr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18288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36576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54864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5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E7E14D98-D346-214C-0437-7A0B4A7F3F06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81024" y="12823285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0" name="Slide Number">
            <a:extLst>
              <a:ext uri="{FF2B5EF4-FFF2-40B4-BE49-F238E27FC236}">
                <a16:creationId xmlns:a16="http://schemas.microsoft.com/office/drawing/2014/main" id="{8CDC5D22-5EFB-A82A-2192-76A569B4B0D5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60829" y="12951538"/>
            <a:ext cx="251671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8" name="Straight Connector 7" descr="Vertical column divider">
            <a:extLst>
              <a:ext uri="{FF2B5EF4-FFF2-40B4-BE49-F238E27FC236}">
                <a16:creationId xmlns:a16="http://schemas.microsoft.com/office/drawing/2014/main" id="{75E2B956-D8A8-9075-0842-BD0DAFFD4122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12192127" y="570103"/>
            <a:ext cx="0" cy="11625072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 descr="Vertical column divider">
            <a:extLst>
              <a:ext uri="{FF2B5EF4-FFF2-40B4-BE49-F238E27FC236}">
                <a16:creationId xmlns:a16="http://schemas.microsoft.com/office/drawing/2014/main" id="{BE2C4D34-A499-856F-2ED0-C6A511B884A1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18288000" y="570103"/>
            <a:ext cx="0" cy="11625072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33412524"/>
      </p:ext>
    </p:extLst>
  </p:cSld>
  <p:clrMapOvr>
    <a:masterClrMapping/>
  </p:clrMapOvr>
  <p:transition spd="med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4 stacked wide, pictogram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12" descr="Place pictogram here">
            <a:extLst>
              <a:ext uri="{FF2B5EF4-FFF2-40B4-BE49-F238E27FC236}">
                <a16:creationId xmlns:a16="http://schemas.microsoft.com/office/drawing/2014/main" id="{30AB5158-BCB8-39EE-DA85-F2CD01699FBB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576072" y="576072"/>
            <a:ext cx="1216152" cy="1216152"/>
          </a:xfrm>
        </p:spPr>
        <p:txBody>
          <a:bodyPr anchor="ctr"/>
          <a:lstStyle>
            <a:lvl1pPr algn="ctr">
              <a:defRPr sz="1600"/>
            </a:lvl1pPr>
          </a:lstStyle>
          <a:p>
            <a:r>
              <a:rPr lang="en-US" dirty="0"/>
              <a:t>Pictogram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31099CB-CB87-D5D5-506D-4B49C08161D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76072" y="2478024"/>
            <a:ext cx="6670675" cy="3048000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1pPr>
            <a:lvl2pPr marL="402336" indent="-402336"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2pPr>
            <a:lvl3pPr marL="804672" indent="-402336"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3pPr>
            <a:lvl4pPr marL="1115568" indent="-402336"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5" name="Picture Placeholder 14" descr="Place pictogram here">
            <a:extLst>
              <a:ext uri="{FF2B5EF4-FFF2-40B4-BE49-F238E27FC236}">
                <a16:creationId xmlns:a16="http://schemas.microsoft.com/office/drawing/2014/main" id="{3C3730E5-61EB-7405-CC85-AB04242CDBC4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12763500" y="576072"/>
            <a:ext cx="1216152" cy="1216152"/>
          </a:xfrm>
        </p:spPr>
        <p:txBody>
          <a:bodyPr anchor="ctr"/>
          <a:lstStyle>
            <a:lvl1pPr algn="ctr">
              <a:defRPr sz="1600"/>
            </a:lvl1pPr>
          </a:lstStyle>
          <a:p>
            <a:r>
              <a:rPr lang="en-US" dirty="0"/>
              <a:t>Pictogram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C1DA3C4-E728-0E45-C91D-8EDF4B495FF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763500" y="2476500"/>
            <a:ext cx="6675120" cy="3048000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1pPr>
            <a:lvl2pPr marL="402336" indent="-402336"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2pPr>
            <a:lvl3pPr marL="804672" indent="-402336"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3pPr>
            <a:lvl4pPr marL="1115568" indent="-402336"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cxnSp>
        <p:nvCxnSpPr>
          <p:cNvPr id="16" name="Straight Connector 15" descr="Horizontal row divider">
            <a:extLst>
              <a:ext uri="{FF2B5EF4-FFF2-40B4-BE49-F238E27FC236}">
                <a16:creationId xmlns:a16="http://schemas.microsoft.com/office/drawing/2014/main" id="{9C5483A0-0E31-72CE-21C3-6248FAEBC09A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576072" y="6096000"/>
            <a:ext cx="23236428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Picture Placeholder 16" descr="Place pictogram here">
            <a:extLst>
              <a:ext uri="{FF2B5EF4-FFF2-40B4-BE49-F238E27FC236}">
                <a16:creationId xmlns:a16="http://schemas.microsoft.com/office/drawing/2014/main" id="{62C94928-6A9B-2EA7-301C-71E5F2547C8A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576072" y="6473951"/>
            <a:ext cx="1216152" cy="1216152"/>
          </a:xfrm>
        </p:spPr>
        <p:txBody>
          <a:bodyPr anchor="ctr"/>
          <a:lstStyle>
            <a:lvl1pPr algn="ctr">
              <a:defRPr sz="1600"/>
            </a:lvl1pPr>
          </a:lstStyle>
          <a:p>
            <a:r>
              <a:rPr lang="en-US" dirty="0"/>
              <a:t>Pictogram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B0565063-698E-31B0-B619-B99A9A0B3DB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76072" y="8385048"/>
            <a:ext cx="6670676" cy="3048000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1pPr>
            <a:lvl2pPr marL="402336" indent="-402336"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2pPr>
            <a:lvl3pPr marL="804672" indent="-402336"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3pPr>
            <a:lvl4pPr marL="1115568" indent="-402336"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9" name="Picture Placeholder 18" descr="Place pictogram here">
            <a:extLst>
              <a:ext uri="{FF2B5EF4-FFF2-40B4-BE49-F238E27FC236}">
                <a16:creationId xmlns:a16="http://schemas.microsoft.com/office/drawing/2014/main" id="{2E840026-2FAF-826F-DCFD-3FF0082B0823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12763500" y="6477000"/>
            <a:ext cx="1216152" cy="1216152"/>
          </a:xfrm>
        </p:spPr>
        <p:txBody>
          <a:bodyPr anchor="ctr"/>
          <a:lstStyle>
            <a:lvl1pPr algn="ctr">
              <a:defRPr sz="1600"/>
            </a:lvl1pPr>
          </a:lstStyle>
          <a:p>
            <a:r>
              <a:rPr lang="en-US" dirty="0"/>
              <a:t>Pictogram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4E44FFD-1EB7-1873-F6D1-67DE839EF09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2763501" y="8382000"/>
            <a:ext cx="6675120" cy="3048000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1pPr>
            <a:lvl2pPr marL="402336" indent="-402336"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2pPr>
            <a:lvl3pPr marL="804672" indent="-402336"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3pPr>
            <a:lvl4pPr marL="1115568" indent="-402336"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1FC9DA86-6E63-7EF1-DAC1-73040332758F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>
          <a:xfrm>
            <a:off x="581024" y="12823285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BE7CD285-42F9-CF03-AB5C-1DC86205FBC3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60829" y="12951538"/>
            <a:ext cx="251671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4" name="Straight Connector 3" descr="Vertical column divider">
            <a:extLst>
              <a:ext uri="{FF2B5EF4-FFF2-40B4-BE49-F238E27FC236}">
                <a16:creationId xmlns:a16="http://schemas.microsoft.com/office/drawing/2014/main" id="{E664AD27-CDB8-1E16-6F0A-1A4FF8BD97F5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12192127" y="570103"/>
            <a:ext cx="0" cy="11625072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80496384"/>
      </p:ext>
    </p:extLst>
  </p:cSld>
  <p:clrMapOvr>
    <a:masterClrMapping/>
  </p:clrMapOvr>
  <p:transition spd="med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4 stacked, small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29EF9E2-1551-8357-22BD-8C43EF5EBE34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582422" y="576072"/>
            <a:ext cx="4961128" cy="462153"/>
          </a:xfrm>
        </p:spPr>
        <p:txBody>
          <a:bodyPr/>
          <a:lstStyle>
            <a:lvl1pPr>
              <a:defRPr sz="2800">
                <a:solidFill>
                  <a:schemeClr val="tx2"/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1DD740D-848C-40A7-AB96-E7B74E0A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422" y="1524000"/>
            <a:ext cx="4948428" cy="3048000"/>
          </a:xfrm>
        </p:spPr>
        <p:txBody>
          <a:bodyPr/>
          <a:lstStyle>
            <a:lvl1pPr>
              <a:lnSpc>
                <a:spcPct val="11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93A9C8C-F98C-5899-BE8B-D1A544D66C6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2768199" y="576073"/>
            <a:ext cx="4953000" cy="4948428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4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A62B128-D226-0D9B-89EC-51AFD07F30C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8862675" y="576072"/>
            <a:ext cx="4959350" cy="4948427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4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5DD5CF1-28D6-74AF-B345-5911CB10D45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2766675" y="6670675"/>
            <a:ext cx="4953000" cy="4948428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4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67B1C684-915C-90D4-C69F-C24979A42EF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8862675" y="6670675"/>
            <a:ext cx="4953000" cy="4948427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4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4D288907-977D-2E2D-D334-59684842A637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>
          <a:xfrm>
            <a:off x="581024" y="12823285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299C7C32-4361-2D42-DB76-E3E2316F597E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60829" y="12951538"/>
            <a:ext cx="251671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433241"/>
      </p:ext>
    </p:extLst>
  </p:cSld>
  <p:clrMapOvr>
    <a:masterClrMapping/>
  </p:clrMapOvr>
  <p:transition spd="med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4 stacked, large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29EF9E2-1551-8357-22BD-8C43EF5EBE34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582422" y="576072"/>
            <a:ext cx="4956175" cy="448056"/>
          </a:xfrm>
        </p:spPr>
        <p:txBody>
          <a:bodyPr/>
          <a:lstStyle>
            <a:lvl1pPr>
              <a:defRPr sz="2800">
                <a:solidFill>
                  <a:schemeClr val="tx2"/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1DD740D-848C-40A7-AB96-E7B74E0A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422" y="1523872"/>
            <a:ext cx="11044239" cy="4572128"/>
          </a:xfrm>
        </p:spPr>
        <p:txBody>
          <a:bodyPr rIns="457200"/>
          <a:lstStyle>
            <a:lvl1pPr>
              <a:lnSpc>
                <a:spcPct val="110000"/>
              </a:lnSpc>
              <a:defRPr sz="68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93A9C8C-F98C-5899-BE8B-D1A544D66C6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2763500" y="573088"/>
            <a:ext cx="4953000" cy="4944727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4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A62B128-D226-0D9B-89EC-51AFD07F30C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8859500" y="573089"/>
            <a:ext cx="4959350" cy="4944728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4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5DD5CF1-28D6-74AF-B345-5911CB10D45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2763500" y="6670674"/>
            <a:ext cx="4956048" cy="4946904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4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67B1C684-915C-90D4-C69F-C24979A42EF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8859500" y="6670675"/>
            <a:ext cx="4953000" cy="4946904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4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8E66173E-891D-82A4-82E3-E5AEA6E5A2AC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>
          <a:xfrm>
            <a:off x="581024" y="12823285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7DC8C2E8-4EA9-1F1F-90D5-4F81A6032705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60829" y="12951538"/>
            <a:ext cx="251671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1810613"/>
      </p:ext>
    </p:extLst>
  </p:cSld>
  <p:clrMapOvr>
    <a:masterClrMapping/>
  </p:clrMapOvr>
  <p:transition spd="med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4 horizontal, small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A71C2BF-857E-B291-7D82-5920AF4A527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76072" y="6675882"/>
            <a:ext cx="4949825" cy="5519293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57EC586-7CBB-7AC4-C2FA-85F4BA8AA03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69297" y="6673851"/>
            <a:ext cx="4949825" cy="5521323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A0ABD1EA-F6CD-F56B-B5E1-034EEB64D63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767760" y="6673851"/>
            <a:ext cx="4949825" cy="5521323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0F2DD97F-E181-3C33-32D8-844B57967D8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8859500" y="6673851"/>
            <a:ext cx="4949825" cy="5521324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EB933E98-EDAA-167B-D822-384AE57CFD41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81024" y="12823285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9CE74F70-DD3B-B787-1122-8CC2F06AD01A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60829" y="12951538"/>
            <a:ext cx="251671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Text Placeholder 6">
            <a:extLst>
              <a:ext uri="{FF2B5EF4-FFF2-40B4-BE49-F238E27FC236}">
                <a16:creationId xmlns:a16="http://schemas.microsoft.com/office/drawing/2014/main" id="{73047254-F916-4821-F269-6EDEB3A3FAD7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582423" y="576072"/>
            <a:ext cx="4942078" cy="3995928"/>
          </a:xfrm>
        </p:spPr>
        <p:txBody>
          <a:bodyPr/>
          <a:lstStyle>
            <a:lvl1pPr>
              <a:defRPr sz="2800">
                <a:solidFill>
                  <a:schemeClr val="tx2"/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54362297"/>
      </p:ext>
    </p:extLst>
  </p:cSld>
  <p:clrMapOvr>
    <a:masterClrMapping/>
  </p:clrMapOvr>
  <p:transition spd="med"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4 horizontal, large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24353C-7670-AC55-CDA3-888971A548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423" y="384048"/>
            <a:ext cx="11036994" cy="4210177"/>
          </a:xfrm>
        </p:spPr>
        <p:txBody>
          <a:bodyPr rIns="457200"/>
          <a:lstStyle>
            <a:lvl1pPr>
              <a:lnSpc>
                <a:spcPct val="100000"/>
              </a:lnSpc>
              <a:defRPr sz="68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A61589D3-5821-F43C-9924-D7FBDD5E84A5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81024" y="12823285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9EA471B4-B30A-F4D7-84E4-C54A4D1ACDB2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60829" y="12951538"/>
            <a:ext cx="251671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2DDB6A26-5D86-B23B-6F3C-2C3CB5694F0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76072" y="6675882"/>
            <a:ext cx="4949825" cy="5519293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245FB691-1306-6B38-5976-DCC6B131E6B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69297" y="6673851"/>
            <a:ext cx="4949825" cy="5521323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749D1F57-CBD7-AB1F-5A3C-1CE58F2696D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767760" y="6673851"/>
            <a:ext cx="4949825" cy="5521323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A17AC693-6388-34F4-29E0-3DC728E297A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8859500" y="6673851"/>
            <a:ext cx="4949825" cy="5521324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3457828484"/>
      </p:ext>
    </p:extLst>
  </p:cSld>
  <p:clrMapOvr>
    <a:masterClrMapping/>
  </p:clrMapOvr>
  <p:transition spd="med"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6 stacke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D740D-848C-40A7-AB96-E7B74E0A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422" y="576072"/>
            <a:ext cx="4949825" cy="3995928"/>
          </a:xfrm>
        </p:spPr>
        <p:txBody>
          <a:bodyPr/>
          <a:lstStyle>
            <a:lvl1pPr>
              <a:lnSpc>
                <a:spcPct val="11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4" name="Text Placeholder 9">
            <a:extLst>
              <a:ext uri="{FF2B5EF4-FFF2-40B4-BE49-F238E27FC236}">
                <a16:creationId xmlns:a16="http://schemas.microsoft.com/office/drawing/2014/main" id="{B1D44C30-196F-B4B1-540A-E556579735D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666415" y="576071"/>
            <a:ext cx="4956048" cy="4956048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4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93A9C8C-F98C-5899-BE8B-D1A544D66C6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2763500" y="576071"/>
            <a:ext cx="4956048" cy="4956048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4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A62B128-D226-0D9B-89EC-51AFD07F30C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8862674" y="576071"/>
            <a:ext cx="4945063" cy="4956048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4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06DFE032-E717-840D-774E-AC6218CA01A8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>
          <a:xfrm>
            <a:off x="581024" y="12823285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219EFD5E-874A-DCAB-55D5-D376C79F2C67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60829" y="12951538"/>
            <a:ext cx="251671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0813F20A-BEE4-B8A6-B7C6-A452A39FAD7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66415" y="6673850"/>
            <a:ext cx="4956048" cy="4956048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150973AC-ED14-F5BF-FFA2-3AA73BE9F47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763500" y="6673850"/>
            <a:ext cx="4956048" cy="4956048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BE127C12-10BF-D35C-4112-2B9F8948152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8862675" y="6673850"/>
            <a:ext cx="4945062" cy="4956048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3156056091"/>
      </p:ext>
    </p:extLst>
  </p:cSld>
  <p:clrMapOvr>
    <a:masterClrMapping/>
  </p:clrMapOvr>
  <p:transition spd="med"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6 stacked, icon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3A5819-78ED-4475-16CD-65C8A2C5EC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422" y="576072"/>
            <a:ext cx="4949825" cy="3995928"/>
          </a:xfrm>
        </p:spPr>
        <p:txBody>
          <a:bodyPr/>
          <a:lstStyle>
            <a:lvl1pPr>
              <a:lnSpc>
                <a:spcPct val="11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6" name="Picture Placeholder 15" descr="Place icon here">
            <a:extLst>
              <a:ext uri="{FF2B5EF4-FFF2-40B4-BE49-F238E27FC236}">
                <a16:creationId xmlns:a16="http://schemas.microsoft.com/office/drawing/2014/main" id="{DD1F0C48-79E5-E356-43FC-0FCF2DE89A20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6667500" y="576072"/>
            <a:ext cx="402336" cy="403225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148C06-F3C6-0E95-A225-29F730DD158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67499" y="1524000"/>
            <a:ext cx="4956048" cy="3999102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1pPr>
            <a:lvl2pPr marL="219456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2pPr>
            <a:lvl3pPr marL="438912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3pPr>
            <a:lvl4pPr marL="658368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7" name="Picture Placeholder 15" descr="Place icon here">
            <a:extLst>
              <a:ext uri="{FF2B5EF4-FFF2-40B4-BE49-F238E27FC236}">
                <a16:creationId xmlns:a16="http://schemas.microsoft.com/office/drawing/2014/main" id="{18E9E323-0756-7849-8F52-19C58A517BD5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12763501" y="576072"/>
            <a:ext cx="402336" cy="403225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81FD5E03-A007-B728-4616-E05622A43A3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763500" y="1524000"/>
            <a:ext cx="4953000" cy="3999102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1pPr>
            <a:lvl2pPr marL="219456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2pPr>
            <a:lvl3pPr marL="438912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3pPr>
            <a:lvl4pPr marL="658368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8" name="Picture Placeholder 15" descr="Place icon here">
            <a:extLst>
              <a:ext uri="{FF2B5EF4-FFF2-40B4-BE49-F238E27FC236}">
                <a16:creationId xmlns:a16="http://schemas.microsoft.com/office/drawing/2014/main" id="{7C3BFFDB-5499-B3D7-98B2-1ABDA7D5C9DD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18859501" y="576072"/>
            <a:ext cx="402336" cy="403225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EEC06719-7195-BBE7-0154-56A039A4B38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8859501" y="1523999"/>
            <a:ext cx="4946904" cy="3999099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1pPr>
            <a:lvl2pPr marL="219456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2pPr>
            <a:lvl3pPr marL="438912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3pPr>
            <a:lvl4pPr marL="658368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cxnSp>
        <p:nvCxnSpPr>
          <p:cNvPr id="23" name="Straight Connector 22" descr="Horizontal row divider">
            <a:extLst>
              <a:ext uri="{FF2B5EF4-FFF2-40B4-BE49-F238E27FC236}">
                <a16:creationId xmlns:a16="http://schemas.microsoft.com/office/drawing/2014/main" id="{252CDB94-BA57-B58F-95F0-D406FE34BB40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6096000" y="6096000"/>
            <a:ext cx="17722850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Picture Placeholder 15" descr="Place icon here">
            <a:extLst>
              <a:ext uri="{FF2B5EF4-FFF2-40B4-BE49-F238E27FC236}">
                <a16:creationId xmlns:a16="http://schemas.microsoft.com/office/drawing/2014/main" id="{C00295A2-8D30-455D-EBB9-FA7A46791936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6667500" y="6694631"/>
            <a:ext cx="402336" cy="403225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2704E464-B0E0-CDD0-B14B-FA6386285AE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667499" y="7623594"/>
            <a:ext cx="4956048" cy="3998295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1pPr>
            <a:lvl2pPr marL="219456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2pPr>
            <a:lvl3pPr marL="438912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3pPr>
            <a:lvl4pPr marL="658368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20" name="Picture Placeholder 15" descr="Place icon here">
            <a:extLst>
              <a:ext uri="{FF2B5EF4-FFF2-40B4-BE49-F238E27FC236}">
                <a16:creationId xmlns:a16="http://schemas.microsoft.com/office/drawing/2014/main" id="{F30F0F2C-CA19-3A79-4375-EB8A00FA887C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12763501" y="6694631"/>
            <a:ext cx="402336" cy="403225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E96B64B8-6DA8-8704-DD30-37587B3E682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2763500" y="7623594"/>
            <a:ext cx="4956048" cy="3998291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1pPr>
            <a:lvl2pPr marL="219456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2pPr>
            <a:lvl3pPr marL="438912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3pPr>
            <a:lvl4pPr marL="658368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21" name="Picture Placeholder 15" descr="Place icon here">
            <a:extLst>
              <a:ext uri="{FF2B5EF4-FFF2-40B4-BE49-F238E27FC236}">
                <a16:creationId xmlns:a16="http://schemas.microsoft.com/office/drawing/2014/main" id="{9354D8C6-F61D-3FC1-07F8-FEE730E2D7A8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18859501" y="6694631"/>
            <a:ext cx="402336" cy="403225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AF965C82-A0A6-A670-C10A-6073DD3549E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8859501" y="7623594"/>
            <a:ext cx="4946904" cy="3998287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1pPr>
            <a:lvl2pPr marL="219456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2pPr>
            <a:lvl3pPr marL="438912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3pPr>
            <a:lvl4pPr marL="658368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56C9A7FC-6BA2-EF1D-18D5-F605D8C7C003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>
          <a:xfrm>
            <a:off x="581024" y="12823285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2" name="Slide Number">
            <a:extLst>
              <a:ext uri="{FF2B5EF4-FFF2-40B4-BE49-F238E27FC236}">
                <a16:creationId xmlns:a16="http://schemas.microsoft.com/office/drawing/2014/main" id="{C0294F07-890E-B2F9-0CAD-1B5AFB7648AB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60829" y="12951538"/>
            <a:ext cx="251671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4" name="Straight Connector 3" descr="Vertical column divider">
            <a:extLst>
              <a:ext uri="{FF2B5EF4-FFF2-40B4-BE49-F238E27FC236}">
                <a16:creationId xmlns:a16="http://schemas.microsoft.com/office/drawing/2014/main" id="{0E795639-6102-AB6C-5918-29F86236BFD2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6096000" y="570103"/>
            <a:ext cx="0" cy="1162208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Straight Connector 10" descr="Vertical column divider">
            <a:extLst>
              <a:ext uri="{FF2B5EF4-FFF2-40B4-BE49-F238E27FC236}">
                <a16:creationId xmlns:a16="http://schemas.microsoft.com/office/drawing/2014/main" id="{357E5319-53C7-E291-189E-B5A9A71EC85F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12192127" y="570103"/>
            <a:ext cx="0" cy="11625072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 descr="Vertical column divider">
            <a:extLst>
              <a:ext uri="{FF2B5EF4-FFF2-40B4-BE49-F238E27FC236}">
                <a16:creationId xmlns:a16="http://schemas.microsoft.com/office/drawing/2014/main" id="{C5786CF5-FEFB-F111-90C8-4410630FD7A3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18288000" y="570103"/>
            <a:ext cx="0" cy="1162208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54205542"/>
      </p:ext>
    </p:extLst>
  </p:cSld>
  <p:clrMapOvr>
    <a:masterClrMapping/>
  </p:clrMapOvr>
  <p:transition spd="med"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6 stacked, alternate, large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B3E52F-EEA1-D56F-5E7A-C1983151DC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422" y="384048"/>
            <a:ext cx="11039475" cy="3413126"/>
          </a:xfrm>
        </p:spPr>
        <p:txBody>
          <a:bodyPr rIns="457200"/>
          <a:lstStyle>
            <a:lvl1pPr>
              <a:lnSpc>
                <a:spcPct val="100000"/>
              </a:lnSpc>
              <a:defRPr sz="68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D534223-A15F-A9E6-C7FA-95FFDF117A5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766675" y="576072"/>
            <a:ext cx="4953000" cy="4954587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cxnSp>
        <p:nvCxnSpPr>
          <p:cNvPr id="19" name="Straight Connector 18" descr="Vertical column divider">
            <a:extLst>
              <a:ext uri="{FF2B5EF4-FFF2-40B4-BE49-F238E27FC236}">
                <a16:creationId xmlns:a16="http://schemas.microsoft.com/office/drawing/2014/main" id="{B87B78A1-A315-98D3-1692-18AAAF4C6002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18288000" y="573138"/>
            <a:ext cx="0" cy="11622037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C1675E3B-BB72-1CF2-CC6C-1977AEAF5921}"/>
              </a:ext>
            </a:extLst>
          </p:cNvPr>
          <p:cNvSpPr>
            <a:spLocks noGrp="1"/>
          </p:cNvSpPr>
          <p:nvPr userDrawn="1">
            <p:ph type="body" sz="quarter" idx="13"/>
          </p:nvPr>
        </p:nvSpPr>
        <p:spPr>
          <a:xfrm>
            <a:off x="18862675" y="576072"/>
            <a:ext cx="4953000" cy="4954587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cxnSp>
        <p:nvCxnSpPr>
          <p:cNvPr id="16" name="Straight Connector 15" descr="Horizontal row divider">
            <a:extLst>
              <a:ext uri="{FF2B5EF4-FFF2-40B4-BE49-F238E27FC236}">
                <a16:creationId xmlns:a16="http://schemas.microsoft.com/office/drawing/2014/main" id="{4F455E69-0B51-1D31-E569-651079398D33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576072" y="6096000"/>
            <a:ext cx="23228491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 descr="Vertical column divider">
            <a:extLst>
              <a:ext uri="{FF2B5EF4-FFF2-40B4-BE49-F238E27FC236}">
                <a16:creationId xmlns:a16="http://schemas.microsoft.com/office/drawing/2014/main" id="{54C560F4-CB2D-6B04-588B-57BB4D4E6DC3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6096000" y="6096000"/>
            <a:ext cx="0" cy="6099175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59A0B1DF-AF8B-38B3-B47C-60722DFBF162}"/>
              </a:ext>
            </a:extLst>
          </p:cNvPr>
          <p:cNvSpPr>
            <a:spLocks noGrp="1"/>
          </p:cNvSpPr>
          <p:nvPr userDrawn="1">
            <p:ph type="ftr" sz="quarter" idx="18"/>
          </p:nvPr>
        </p:nvSpPr>
        <p:spPr>
          <a:xfrm>
            <a:off x="581024" y="12823285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EFD38FC2-A92F-D3A8-74D5-CE6E95D9C133}"/>
              </a:ext>
            </a:extLst>
          </p:cNvPr>
          <p:cNvSpPr txBox="1">
            <a:spLocks noGrp="1"/>
          </p:cNvSpPr>
          <p:nvPr userDrawn="1">
            <p:ph type="sldNum" sz="quarter" idx="4"/>
          </p:nvPr>
        </p:nvSpPr>
        <p:spPr>
          <a:xfrm>
            <a:off x="23560829" y="12951538"/>
            <a:ext cx="251671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5" name="Straight Connector 4" descr="Vertical column divider">
            <a:extLst>
              <a:ext uri="{FF2B5EF4-FFF2-40B4-BE49-F238E27FC236}">
                <a16:creationId xmlns:a16="http://schemas.microsoft.com/office/drawing/2014/main" id="{A5B6E0FE-2F6F-9D77-9834-2DF9E13E2262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12192127" y="570103"/>
            <a:ext cx="0" cy="11625072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022E65FD-CDEF-1AA2-2521-5B200BF4B6B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76072" y="6675882"/>
            <a:ext cx="4949825" cy="5519293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83C43A7A-FFA5-D00F-7BEB-AA5C5DA6FB8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663241" y="6673851"/>
            <a:ext cx="4949825" cy="5521323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558C27E-CF79-F761-3827-DA392178DC8E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2767760" y="6673851"/>
            <a:ext cx="4949825" cy="5521323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C0BF9C6F-22AC-2FF0-D8C9-37373CDEB3A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8859500" y="6673851"/>
            <a:ext cx="4949825" cy="5521324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784512172"/>
      </p:ext>
    </p:extLst>
  </p:cSld>
  <p:clrMapOvr>
    <a:masterClrMapping/>
  </p:clrMapOvr>
  <p:transition spd="med"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6 stacked, alternate, small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B3E52F-EEA1-D56F-5E7A-C1983151DC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422" y="576072"/>
            <a:ext cx="4949825" cy="3413126"/>
          </a:xfrm>
        </p:spPr>
        <p:txBody>
          <a:bodyPr rIns="0"/>
          <a:lstStyle>
            <a:lvl1pPr>
              <a:lnSpc>
                <a:spcPct val="11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D534223-A15F-A9E6-C7FA-95FFDF117A5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766675" y="576072"/>
            <a:ext cx="4953000" cy="4954587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C1675E3B-BB72-1CF2-CC6C-1977AEAF592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8862675" y="576072"/>
            <a:ext cx="4953000" cy="4954587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7C192388-DAC3-247F-4457-03A65F8CDF36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81024" y="12823285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72D75691-23B7-FADC-4357-CB3662EB3779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60829" y="12951538"/>
            <a:ext cx="251671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5" name="Straight Connector 4" descr="Vertical column divider">
            <a:extLst>
              <a:ext uri="{FF2B5EF4-FFF2-40B4-BE49-F238E27FC236}">
                <a16:creationId xmlns:a16="http://schemas.microsoft.com/office/drawing/2014/main" id="{CB17488F-3B5A-CD3F-8D89-787477C1F946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18288000" y="573138"/>
            <a:ext cx="0" cy="11622037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 descr="Horizontal row divider">
            <a:extLst>
              <a:ext uri="{FF2B5EF4-FFF2-40B4-BE49-F238E27FC236}">
                <a16:creationId xmlns:a16="http://schemas.microsoft.com/office/drawing/2014/main" id="{7B2108DD-FE3A-F98C-D857-CDFA3DAD9666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576072" y="6096000"/>
            <a:ext cx="23228491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 descr="Vertical column divider">
            <a:extLst>
              <a:ext uri="{FF2B5EF4-FFF2-40B4-BE49-F238E27FC236}">
                <a16:creationId xmlns:a16="http://schemas.microsoft.com/office/drawing/2014/main" id="{03D0E68D-02AF-474A-3224-FF5108D23382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6096000" y="6083300"/>
            <a:ext cx="0" cy="6111875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 descr="Vertical column divider">
            <a:extLst>
              <a:ext uri="{FF2B5EF4-FFF2-40B4-BE49-F238E27FC236}">
                <a16:creationId xmlns:a16="http://schemas.microsoft.com/office/drawing/2014/main" id="{5600EFDE-928F-B419-8585-5582A68373F2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12192127" y="570103"/>
            <a:ext cx="0" cy="11625072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Text Placeholder 10">
            <a:extLst>
              <a:ext uri="{FF2B5EF4-FFF2-40B4-BE49-F238E27FC236}">
                <a16:creationId xmlns:a16="http://schemas.microsoft.com/office/drawing/2014/main" id="{5C1B1885-0510-1907-4EAD-DB9018C133E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76072" y="6675882"/>
            <a:ext cx="4949825" cy="5519293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7" name="Text Placeholder 10">
            <a:extLst>
              <a:ext uri="{FF2B5EF4-FFF2-40B4-BE49-F238E27FC236}">
                <a16:creationId xmlns:a16="http://schemas.microsoft.com/office/drawing/2014/main" id="{5804D2DB-0651-E704-D761-49FB6352B7C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663241" y="6673851"/>
            <a:ext cx="4949825" cy="5521323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8" name="Text Placeholder 10">
            <a:extLst>
              <a:ext uri="{FF2B5EF4-FFF2-40B4-BE49-F238E27FC236}">
                <a16:creationId xmlns:a16="http://schemas.microsoft.com/office/drawing/2014/main" id="{9900EBA3-CCC2-CE83-A620-B68ADAF8371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2767760" y="6673851"/>
            <a:ext cx="4949825" cy="5521323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9" name="Text Placeholder 10">
            <a:extLst>
              <a:ext uri="{FF2B5EF4-FFF2-40B4-BE49-F238E27FC236}">
                <a16:creationId xmlns:a16="http://schemas.microsoft.com/office/drawing/2014/main" id="{FAB4091C-FF62-7BAF-B996-F22392D5E70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8859500" y="6673851"/>
            <a:ext cx="4949825" cy="5521324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171212167"/>
      </p:ext>
    </p:extLst>
  </p:cSld>
  <p:clrMapOvr>
    <a:masterClrMapping/>
  </p:clrMapOvr>
  <p:transition spd="med"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or imagery, half, inse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D0BFE-82FD-94B0-E6D9-A9096777C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422" y="576072"/>
            <a:ext cx="4949825" cy="1525588"/>
          </a:xfrm>
        </p:spPr>
        <p:txBody>
          <a:bodyPr/>
          <a:lstStyle>
            <a:lvl1pPr>
              <a:lnSpc>
                <a:spcPct val="11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8FE37E5-0FED-B2B2-3150-F02A8956CD3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82422" y="3041649"/>
            <a:ext cx="4946904" cy="9153525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88F00625-4E10-D884-2256-56B294B4BA8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670675" y="3041649"/>
            <a:ext cx="4951413" cy="9153525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5" name="Picture Placeholder 10" descr="Place imagery here">
            <a:extLst>
              <a:ext uri="{FF2B5EF4-FFF2-40B4-BE49-F238E27FC236}">
                <a16:creationId xmlns:a16="http://schemas.microsoft.com/office/drawing/2014/main" id="{468A48E8-BE84-7972-AB73-8E31C1C13499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2763500" y="576073"/>
            <a:ext cx="11041253" cy="12571602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Place imagery here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765F8DDE-78BD-E2B6-1CAB-2A9EF14E9F71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81024" y="12823285"/>
            <a:ext cx="4956176" cy="381000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4836230"/>
      </p:ext>
    </p:extLst>
  </p:cSld>
  <p:clrMapOvr>
    <a:masterClrMapping/>
  </p:clrMapOvr>
  <p:transition spd="med"/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or imagery, 3/4, blee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D0BFE-82FD-94B0-E6D9-A9096777C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422" y="576072"/>
            <a:ext cx="4949825" cy="1525588"/>
          </a:xfrm>
        </p:spPr>
        <p:txBody>
          <a:bodyPr/>
          <a:lstStyle>
            <a:lvl1pPr>
              <a:lnSpc>
                <a:spcPct val="11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5EDE688-75EF-DA04-F0B3-24F53FFC6BA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2422" y="3041649"/>
            <a:ext cx="4956175" cy="9153525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2" name="Picture Placeholder 11" descr="Place imagery here">
            <a:extLst>
              <a:ext uri="{FF2B5EF4-FFF2-40B4-BE49-F238E27FC236}">
                <a16:creationId xmlns:a16="http://schemas.microsoft.com/office/drawing/2014/main" id="{DE390102-FDF4-C834-3F45-02B57A70ADB2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096000" y="0"/>
            <a:ext cx="18291175" cy="13716000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Place imagery here</a:t>
            </a:r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7B09C899-A6D4-3826-EAB8-A75F78607CE3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81024" y="12823285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BEB46264-65A0-272C-CC19-DCA9B586608B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60829" y="12951538"/>
            <a:ext cx="251671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0154425"/>
      </p:ext>
    </p:extLst>
  </p:cSld>
  <p:clrMapOvr>
    <a:masterClrMapping/>
  </p:clrMapOvr>
  <p:transition spd="med"/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or imagery, 3/4, inse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D0BFE-82FD-94B0-E6D9-A9096777C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422" y="576072"/>
            <a:ext cx="4949825" cy="1525588"/>
          </a:xfrm>
        </p:spPr>
        <p:txBody>
          <a:bodyPr/>
          <a:lstStyle>
            <a:lvl1pPr>
              <a:lnSpc>
                <a:spcPct val="11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8FE37E5-0FED-B2B2-3150-F02A8956CD3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82422" y="3041649"/>
            <a:ext cx="4956175" cy="9153525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7" name="Picture Placeholder 6" descr="Place imagery here">
            <a:extLst>
              <a:ext uri="{FF2B5EF4-FFF2-40B4-BE49-F238E27FC236}">
                <a16:creationId xmlns:a16="http://schemas.microsoft.com/office/drawing/2014/main" id="{CC70703B-65B6-4B78-8B7C-73857A06C3A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667500" y="571500"/>
            <a:ext cx="17137063" cy="12579350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Place imagery here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547D5110-D587-CC11-18F6-FEB7AA2D7851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81024" y="12823285"/>
            <a:ext cx="4956176" cy="381000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7768506"/>
      </p:ext>
    </p:extLst>
  </p:cSld>
  <p:clrMapOvr>
    <a:masterClrMapping/>
  </p:clrMapOvr>
  <p:transition spd="med"/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or imagery, blee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 descr="Place imagery here">
            <a:extLst>
              <a:ext uri="{FF2B5EF4-FFF2-40B4-BE49-F238E27FC236}">
                <a16:creationId xmlns:a16="http://schemas.microsoft.com/office/drawing/2014/main" id="{F6679120-DB81-97FD-CD5A-00DC1F5E665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1" y="0"/>
            <a:ext cx="24387174" cy="13715999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Place imagery here</a:t>
            </a:r>
          </a:p>
        </p:txBody>
      </p:sp>
      <p:sp>
        <p:nvSpPr>
          <p:cNvPr id="2" name="Slide Number">
            <a:extLst>
              <a:ext uri="{FF2B5EF4-FFF2-40B4-BE49-F238E27FC236}">
                <a16:creationId xmlns:a16="http://schemas.microsoft.com/office/drawing/2014/main" id="{8A69D316-0792-83BD-3912-71CDE3BB681F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60829" y="12951538"/>
            <a:ext cx="251671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6270910"/>
      </p:ext>
    </p:extLst>
  </p:cSld>
  <p:clrMapOvr>
    <a:masterClrMapping/>
  </p:clrMapOvr>
  <p:transition spd="med"/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or imagery, inse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 descr="Place imagery here">
            <a:extLst>
              <a:ext uri="{FF2B5EF4-FFF2-40B4-BE49-F238E27FC236}">
                <a16:creationId xmlns:a16="http://schemas.microsoft.com/office/drawing/2014/main" id="{34239CCE-9A38-90E1-F860-FF40FBDA2409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577850" y="571500"/>
            <a:ext cx="23226713" cy="12579349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Place imagery here</a:t>
            </a:r>
          </a:p>
        </p:txBody>
      </p:sp>
    </p:spTree>
    <p:extLst>
      <p:ext uri="{BB962C8B-B14F-4D97-AF65-F5344CB8AC3E}">
        <p14:creationId xmlns:p14="http://schemas.microsoft.com/office/powerpoint/2010/main" val="7694905"/>
      </p:ext>
    </p:extLst>
  </p:cSld>
  <p:clrMapOvr>
    <a:masterClrMapping/>
  </p:clrMapOvr>
  <p:transition spd="med"/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acts, profiles, contributor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7" descr="Place bio portrait here">
            <a:extLst>
              <a:ext uri="{FF2B5EF4-FFF2-40B4-BE49-F238E27FC236}">
                <a16:creationId xmlns:a16="http://schemas.microsoft.com/office/drawing/2014/main" id="{0B1677E6-5066-100D-29D6-CCAD04C21BCE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579248" y="3044825"/>
            <a:ext cx="2462402" cy="2476500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Place imagery here</a:t>
            </a:r>
          </a:p>
        </p:txBody>
      </p:sp>
      <p:sp>
        <p:nvSpPr>
          <p:cNvPr id="13" name="Picture Placeholder 7" descr="Place bio portrait here">
            <a:extLst>
              <a:ext uri="{FF2B5EF4-FFF2-40B4-BE49-F238E27FC236}">
                <a16:creationId xmlns:a16="http://schemas.microsoft.com/office/drawing/2014/main" id="{3DCE12BA-53E1-8B67-A029-029F1E6F9163}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>
          <a:xfrm>
            <a:off x="579248" y="6096000"/>
            <a:ext cx="2462402" cy="2476500"/>
          </a:xfrm>
          <a:solidFill>
            <a:srgbClr val="E0E0E0"/>
          </a:solidFill>
        </p:spPr>
        <p:txBody>
          <a:bodyPr anchor="ctr"/>
          <a:lstStyle>
            <a:lvl1pPr marL="0" marR="0" indent="0" algn="ctr" defTabSz="2438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chemeClr val="accent5"/>
                </a:solidFill>
              </a:defRPr>
            </a:lvl1pPr>
          </a:lstStyle>
          <a:p>
            <a:pPr marL="0" marR="0" lvl="0" indent="0" algn="ctr" defTabSz="2438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Place imagery here</a:t>
            </a:r>
          </a:p>
        </p:txBody>
      </p:sp>
      <p:sp>
        <p:nvSpPr>
          <p:cNvPr id="15" name="Picture Placeholder 7" descr="Place bio portrait here">
            <a:extLst>
              <a:ext uri="{FF2B5EF4-FFF2-40B4-BE49-F238E27FC236}">
                <a16:creationId xmlns:a16="http://schemas.microsoft.com/office/drawing/2014/main" id="{05E149CA-A25F-74EE-93DF-1A877CDE924F}"/>
              </a:ext>
            </a:extLst>
          </p:cNvPr>
          <p:cNvSpPr>
            <a:spLocks noGrp="1"/>
          </p:cNvSpPr>
          <p:nvPr>
            <p:ph type="pic" sz="quarter" idx="32" hasCustomPrompt="1"/>
          </p:nvPr>
        </p:nvSpPr>
        <p:spPr>
          <a:xfrm>
            <a:off x="579248" y="9140825"/>
            <a:ext cx="2462402" cy="2476500"/>
          </a:xfrm>
          <a:solidFill>
            <a:srgbClr val="E0E0E0"/>
          </a:solidFill>
        </p:spPr>
        <p:txBody>
          <a:bodyPr anchor="ctr"/>
          <a:lstStyle>
            <a:lvl1pPr marL="0" marR="0" indent="0" algn="ctr" defTabSz="2438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chemeClr val="accent5"/>
                </a:solidFill>
              </a:defRPr>
            </a:lvl1pPr>
          </a:lstStyle>
          <a:p>
            <a:pPr marL="0" marR="0" lvl="0" indent="0" algn="ctr" defTabSz="2438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Place imagery here</a:t>
            </a:r>
          </a:p>
        </p:txBody>
      </p:sp>
      <p:sp>
        <p:nvSpPr>
          <p:cNvPr id="25" name="Picture Placeholder 7" descr="Place bio portrait here">
            <a:extLst>
              <a:ext uri="{FF2B5EF4-FFF2-40B4-BE49-F238E27FC236}">
                <a16:creationId xmlns:a16="http://schemas.microsoft.com/office/drawing/2014/main" id="{AAC7C1AD-0F8C-4D02-0112-981444AFE98D}"/>
              </a:ext>
            </a:extLst>
          </p:cNvPr>
          <p:cNvSpPr>
            <a:spLocks noGrp="1"/>
          </p:cNvSpPr>
          <p:nvPr>
            <p:ph type="pic" sz="quarter" idx="34" hasCustomPrompt="1"/>
          </p:nvPr>
        </p:nvSpPr>
        <p:spPr>
          <a:xfrm>
            <a:off x="12766675" y="3044825"/>
            <a:ext cx="2459736" cy="2476500"/>
          </a:xfrm>
          <a:solidFill>
            <a:srgbClr val="E0E0E0"/>
          </a:solidFill>
        </p:spPr>
        <p:txBody>
          <a:bodyPr anchor="ctr"/>
          <a:lstStyle>
            <a:lvl1pPr marL="0" marR="0" indent="0" algn="ctr" defTabSz="2438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chemeClr val="accent5"/>
                </a:solidFill>
              </a:defRPr>
            </a:lvl1pPr>
          </a:lstStyle>
          <a:p>
            <a:pPr marL="0" marR="0" lvl="0" indent="0" algn="ctr" defTabSz="2438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Place imagery here</a:t>
            </a:r>
          </a:p>
        </p:txBody>
      </p:sp>
      <p:sp>
        <p:nvSpPr>
          <p:cNvPr id="27" name="Picture Placeholder 7" descr="Place bio portrait here">
            <a:extLst>
              <a:ext uri="{FF2B5EF4-FFF2-40B4-BE49-F238E27FC236}">
                <a16:creationId xmlns:a16="http://schemas.microsoft.com/office/drawing/2014/main" id="{22271FFB-E2D1-459B-4089-A291A1110AE8}"/>
              </a:ext>
            </a:extLst>
          </p:cNvPr>
          <p:cNvSpPr>
            <a:spLocks noGrp="1"/>
          </p:cNvSpPr>
          <p:nvPr>
            <p:ph type="pic" sz="quarter" idx="36" hasCustomPrompt="1"/>
          </p:nvPr>
        </p:nvSpPr>
        <p:spPr>
          <a:xfrm>
            <a:off x="12766675" y="6096000"/>
            <a:ext cx="2459736" cy="2476500"/>
          </a:xfrm>
          <a:solidFill>
            <a:srgbClr val="E0E0E0"/>
          </a:solidFill>
        </p:spPr>
        <p:txBody>
          <a:bodyPr anchor="ctr"/>
          <a:lstStyle>
            <a:lvl1pPr marL="0" marR="0" indent="0" algn="ctr" defTabSz="2438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chemeClr val="accent5"/>
                </a:solidFill>
              </a:defRPr>
            </a:lvl1pPr>
          </a:lstStyle>
          <a:p>
            <a:pPr marL="0" marR="0" lvl="0" indent="0" algn="ctr" defTabSz="2438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Place imagery here</a:t>
            </a:r>
          </a:p>
        </p:txBody>
      </p:sp>
      <p:sp>
        <p:nvSpPr>
          <p:cNvPr id="29" name="Picture Placeholder 7" descr="Place bio portrait here">
            <a:extLst>
              <a:ext uri="{FF2B5EF4-FFF2-40B4-BE49-F238E27FC236}">
                <a16:creationId xmlns:a16="http://schemas.microsoft.com/office/drawing/2014/main" id="{F3C99020-5BF1-8A8C-BDCB-42766A5B9BE5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12766675" y="9140825"/>
            <a:ext cx="2459736" cy="2476500"/>
          </a:xfrm>
          <a:solidFill>
            <a:srgbClr val="E0E0E0"/>
          </a:solidFill>
        </p:spPr>
        <p:txBody>
          <a:bodyPr anchor="ctr"/>
          <a:lstStyle>
            <a:lvl1pPr marL="0" marR="0" indent="0" algn="ctr" defTabSz="2438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chemeClr val="accent5"/>
                </a:solidFill>
              </a:defRPr>
            </a:lvl1pPr>
          </a:lstStyle>
          <a:p>
            <a:pPr marL="0" marR="0" lvl="0" indent="0" algn="ctr" defTabSz="2438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Place imagery here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75D0BFE-82FD-94B0-E6D9-A9096777C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422" y="576072"/>
            <a:ext cx="4949825" cy="1525588"/>
          </a:xfrm>
        </p:spPr>
        <p:txBody>
          <a:bodyPr/>
          <a:lstStyle>
            <a:lvl1pPr>
              <a:lnSpc>
                <a:spcPct val="11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8" name="Text Placeholder 9">
            <a:extLst>
              <a:ext uri="{FF2B5EF4-FFF2-40B4-BE49-F238E27FC236}">
                <a16:creationId xmlns:a16="http://schemas.microsoft.com/office/drawing/2014/main" id="{31D025A0-5106-DFB0-90B1-8B366B78913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3429000" y="3044825"/>
            <a:ext cx="5708650" cy="2476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126F49A0-96BE-0B44-B1C8-17D765B10B3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429000" y="6096000"/>
            <a:ext cx="5708650" cy="2476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D4772377-8015-4C99-7ED3-E4475C524D2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29000" y="9140825"/>
            <a:ext cx="5708650" cy="2476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24" name="Text Placeholder 9">
            <a:extLst>
              <a:ext uri="{FF2B5EF4-FFF2-40B4-BE49-F238E27FC236}">
                <a16:creationId xmlns:a16="http://schemas.microsoft.com/office/drawing/2014/main" id="{3E3566C7-C728-77B2-2A34-BBB83D482F56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5617825" y="3044825"/>
            <a:ext cx="5708650" cy="2476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20" name="Text Placeholder 9">
            <a:extLst>
              <a:ext uri="{FF2B5EF4-FFF2-40B4-BE49-F238E27FC236}">
                <a16:creationId xmlns:a16="http://schemas.microsoft.com/office/drawing/2014/main" id="{A52D1EA1-405F-7875-BAB9-B258776E1460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15617825" y="6096000"/>
            <a:ext cx="5708650" cy="2476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22" name="Text Placeholder 9">
            <a:extLst>
              <a:ext uri="{FF2B5EF4-FFF2-40B4-BE49-F238E27FC236}">
                <a16:creationId xmlns:a16="http://schemas.microsoft.com/office/drawing/2014/main" id="{73849969-24A3-113A-C58E-4A4B0FB29BAD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15617825" y="9140825"/>
            <a:ext cx="5708650" cy="2476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7D4D4C25-96EE-FF6D-B301-962CD7A63666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81024" y="12823285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DA0E5B0D-36A0-4281-7D57-C2CC4453113C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60829" y="12951538"/>
            <a:ext cx="251671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6719277"/>
      </p:ext>
    </p:extLst>
  </p:cSld>
  <p:clrMapOvr>
    <a:masterClrMapping/>
  </p:clrMapOvr>
  <p:transition spd="med"/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D0BFE-82FD-94B0-E6D9-A9096777C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422" y="576073"/>
            <a:ext cx="4949825" cy="3995928"/>
          </a:xfrm>
        </p:spPr>
        <p:txBody>
          <a:bodyPr/>
          <a:lstStyle>
            <a:lvl1pPr>
              <a:lnSpc>
                <a:spcPct val="11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5" name="Table Placeholder 4">
            <a:extLst>
              <a:ext uri="{FF2B5EF4-FFF2-40B4-BE49-F238E27FC236}">
                <a16:creationId xmlns:a16="http://schemas.microsoft.com/office/drawing/2014/main" id="{B3D8D357-75A1-F4FD-F531-380CF7DE4340}"/>
              </a:ext>
            </a:extLst>
          </p:cNvPr>
          <p:cNvSpPr>
            <a:spLocks noGrp="1"/>
          </p:cNvSpPr>
          <p:nvPr>
            <p:ph type="tbl" sz="quarter" idx="11"/>
          </p:nvPr>
        </p:nvSpPr>
        <p:spPr>
          <a:xfrm>
            <a:off x="6667500" y="571499"/>
            <a:ext cx="17145000" cy="11623675"/>
          </a:xfrm>
        </p:spPr>
        <p:txBody>
          <a:bodyPr anchor="ctr"/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r>
              <a:rPr lang="en-GB"/>
              <a:t>Click icon to add table</a:t>
            </a:r>
            <a:endParaRPr lang="en-US" dirty="0"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3694FFFD-5196-625E-C3FC-9AB6BB13FC34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81024" y="12823285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DD2D25A8-2AEC-F554-8D58-47C112486D41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60829" y="12951538"/>
            <a:ext cx="251671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229029"/>
      </p:ext>
    </p:extLst>
  </p:cSld>
  <p:clrMapOvr>
    <a:masterClrMapping/>
  </p:clrMapOvr>
  <p:transition spd="med"/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D0BFE-82FD-94B0-E6D9-A9096777C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422" y="576071"/>
            <a:ext cx="4949825" cy="1527049"/>
          </a:xfrm>
        </p:spPr>
        <p:txBody>
          <a:bodyPr/>
          <a:lstStyle>
            <a:lvl1pPr>
              <a:lnSpc>
                <a:spcPct val="11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lide Number">
            <a:extLst>
              <a:ext uri="{FF2B5EF4-FFF2-40B4-BE49-F238E27FC236}">
                <a16:creationId xmlns:a16="http://schemas.microsoft.com/office/drawing/2014/main" id="{B0435695-E156-66C6-5CE4-B0F751F125D2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60829" y="12951538"/>
            <a:ext cx="251671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BDFFC916-9B64-A7DC-672D-A4AFA1AE968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667500" y="12782487"/>
            <a:ext cx="5524500" cy="425450"/>
          </a:xfrm>
        </p:spPr>
        <p:txBody>
          <a:bodyPr anchor="b" anchorCtr="0"/>
          <a:lstStyle>
            <a:lvl1pPr>
              <a:defRPr sz="1600" b="0" i="0">
                <a:latin typeface="Arial" panose="020B0604020202020204" pitchFamily="34" charset="0"/>
              </a:defRPr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Source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59164AB-EDCE-C638-F61C-8C578896FB0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81025" y="12896850"/>
            <a:ext cx="4946650" cy="311150"/>
          </a:xfrm>
        </p:spPr>
        <p:txBody>
          <a:bodyPr anchor="b" anchorCtr="0"/>
          <a:lstStyle>
            <a:lvl1pPr>
              <a:defRPr sz="1600" b="0" i="0">
                <a:latin typeface="Arial" panose="020B0604020202020204" pitchFamily="34" charset="0"/>
              </a:defRPr>
            </a:lvl1pPr>
            <a:lvl2pPr>
              <a:defRPr sz="1600" b="0" i="0">
                <a:latin typeface="Arial" panose="020B0503050203000203" pitchFamily="34" charset="0"/>
              </a:defRPr>
            </a:lvl2pPr>
            <a:lvl3pPr>
              <a:defRPr sz="1600" b="0" i="0">
                <a:latin typeface="Arial" panose="020B0503050203000203" pitchFamily="34" charset="0"/>
              </a:defRPr>
            </a:lvl3pPr>
            <a:lvl4pPr>
              <a:defRPr sz="1600" b="0" i="0">
                <a:latin typeface="Arial" panose="020B0503050203000203" pitchFamily="34" charset="0"/>
              </a:defRPr>
            </a:lvl4pPr>
            <a:lvl5pPr>
              <a:defRPr sz="1600" b="0" i="0">
                <a:latin typeface="Arial" panose="020B0503050203000203" pitchFamily="34" charset="0"/>
              </a:defRPr>
            </a:lvl5pPr>
          </a:lstStyle>
          <a:p>
            <a:pPr lvl="0"/>
            <a:r>
              <a:rPr lang="en-US" dirty="0"/>
              <a:t>Footer</a:t>
            </a:r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27F82DC0-D267-F23F-7E4C-1C2FF243E76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82422" y="3047999"/>
            <a:ext cx="4956175" cy="9153525"/>
          </a:xfrm>
        </p:spPr>
        <p:txBody>
          <a:bodyPr/>
          <a:lstStyle>
            <a:lvl1pPr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182880" indent="-182880"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365760" indent="-182880"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548640" indent="-182880"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503050203000203" pitchFamily="34" charset="0"/>
              </a:defRPr>
            </a:lvl5pPr>
          </a:lstStyle>
          <a:p>
            <a:pPr lvl="0"/>
            <a:r>
              <a:rPr lang="en-US" dirty="0"/>
              <a:t>Lorem ipsum dolor sit amet donec quam felis ultricies nec pellentesque eu pretium quis sem. Nulla conset massa </a:t>
            </a:r>
            <a:br>
              <a:rPr lang="en-US" dirty="0"/>
            </a:br>
            <a:r>
              <a:rPr lang="en-US" dirty="0"/>
              <a:t>quis enim.</a:t>
            </a:r>
          </a:p>
        </p:txBody>
      </p:sp>
    </p:spTree>
    <p:extLst>
      <p:ext uri="{BB962C8B-B14F-4D97-AF65-F5344CB8AC3E}">
        <p14:creationId xmlns:p14="http://schemas.microsoft.com/office/powerpoint/2010/main" val="3264910353"/>
      </p:ext>
    </p:extLst>
  </p:cSld>
  <p:clrMapOvr>
    <a:masterClrMapping/>
  </p:clrMapOvr>
  <p:transition spd="med"/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gal disclaimer, one colum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BB717A5-5D28-36C3-250F-93E0C68721C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82422" y="384048"/>
            <a:ext cx="4956175" cy="2859087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6800">
                <a:solidFill>
                  <a:schemeClr val="tx2"/>
                </a:solidFill>
              </a:defRPr>
            </a:lvl1pPr>
            <a:lvl2pPr>
              <a:lnSpc>
                <a:spcPct val="100000"/>
              </a:lnSpc>
              <a:spcBef>
                <a:spcPts val="0"/>
              </a:spcBef>
              <a:defRPr sz="6400">
                <a:solidFill>
                  <a:schemeClr val="tx1"/>
                </a:solidFill>
              </a:defRPr>
            </a:lvl2pPr>
            <a:lvl3pPr>
              <a:lnSpc>
                <a:spcPct val="100000"/>
              </a:lnSpc>
              <a:spcBef>
                <a:spcPts val="0"/>
              </a:spcBef>
              <a:defRPr sz="6400">
                <a:solidFill>
                  <a:schemeClr val="tx1"/>
                </a:solidFill>
              </a:defRPr>
            </a:lvl3pPr>
            <a:lvl4pPr>
              <a:lnSpc>
                <a:spcPct val="100000"/>
              </a:lnSpc>
              <a:spcBef>
                <a:spcPts val="0"/>
              </a:spcBef>
              <a:defRPr sz="64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6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3FF5DC1-E283-8AC5-8620-93647430318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8862675" y="573088"/>
            <a:ext cx="4953000" cy="11625262"/>
          </a:xfrm>
        </p:spPr>
        <p:txBody>
          <a:bodyPr/>
          <a:lstStyle>
            <a:lvl1pPr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146304" indent="-146304"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Arial" panose="020B0503050203000203" pitchFamily="34" charset="0"/>
              </a:defRPr>
            </a:lvl2pPr>
            <a:lvl3pPr marL="292608" indent="-146304"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Arial" panose="020B0503050203000203" pitchFamily="34" charset="0"/>
              </a:defRPr>
            </a:lvl3pPr>
            <a:lvl4pPr marL="438912" indent="-146304"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Arial" panose="020B0503050203000203" pitchFamily="34" charset="0"/>
              </a:defRPr>
            </a:lvl4pPr>
            <a:lvl5pPr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Arial" panose="020B0503050203000203" pitchFamily="34" charset="0"/>
              </a:defRPr>
            </a:lvl5pPr>
          </a:lstStyle>
          <a:p>
            <a:r>
              <a:rPr lang="en-US" dirty="0"/>
              <a:t>Copy and paste appropriate legal disclaimer text from one of the three options in the PDF guidance deck, found on pages 22-24. Always use the proper legal disclaimer for your presentation audience.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4A6E1A4-1881-81E9-2BBE-BC4DBFE11A0E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81024" y="12823285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" name="Slide Number">
            <a:extLst>
              <a:ext uri="{FF2B5EF4-FFF2-40B4-BE49-F238E27FC236}">
                <a16:creationId xmlns:a16="http://schemas.microsoft.com/office/drawing/2014/main" id="{0C628C1A-F2DD-6011-5846-A9A3A6D3BD72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60829" y="12951538"/>
            <a:ext cx="251671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6187956"/>
      </p:ext>
    </p:extLst>
  </p:cSld>
  <p:clrMapOvr>
    <a:masterClrMapping/>
  </p:clrMapOvr>
  <p:transition spd="med"/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gal disclaimer, two column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BB717A5-5D28-36C3-250F-93E0C68721C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82422" y="384048"/>
            <a:ext cx="4956175" cy="2859087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6800">
                <a:solidFill>
                  <a:schemeClr val="tx2"/>
                </a:solidFill>
              </a:defRPr>
            </a:lvl1pPr>
            <a:lvl2pPr>
              <a:lnSpc>
                <a:spcPct val="100000"/>
              </a:lnSpc>
              <a:spcBef>
                <a:spcPts val="0"/>
              </a:spcBef>
              <a:defRPr sz="6400">
                <a:solidFill>
                  <a:schemeClr val="tx1"/>
                </a:solidFill>
              </a:defRPr>
            </a:lvl2pPr>
            <a:lvl3pPr>
              <a:lnSpc>
                <a:spcPct val="100000"/>
              </a:lnSpc>
              <a:spcBef>
                <a:spcPts val="0"/>
              </a:spcBef>
              <a:defRPr sz="6400">
                <a:solidFill>
                  <a:schemeClr val="tx1"/>
                </a:solidFill>
              </a:defRPr>
            </a:lvl3pPr>
            <a:lvl4pPr>
              <a:lnSpc>
                <a:spcPct val="100000"/>
              </a:lnSpc>
              <a:spcBef>
                <a:spcPts val="0"/>
              </a:spcBef>
              <a:defRPr sz="64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6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54E531DA-4051-706E-065B-21A03914153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2763500" y="573088"/>
            <a:ext cx="4953000" cy="11625262"/>
          </a:xfrm>
        </p:spPr>
        <p:txBody>
          <a:bodyPr/>
          <a:lstStyle>
            <a:lvl1pPr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146304" indent="-146304"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Arial" panose="020B0503050203000203" pitchFamily="34" charset="0"/>
              </a:defRPr>
            </a:lvl2pPr>
            <a:lvl3pPr marL="292608" indent="-146304"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Arial" panose="020B0503050203000203" pitchFamily="34" charset="0"/>
              </a:defRPr>
            </a:lvl3pPr>
            <a:lvl4pPr marL="438912" indent="-146304"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Arial" panose="020B0503050203000203" pitchFamily="34" charset="0"/>
              </a:defRPr>
            </a:lvl4pPr>
            <a:lvl5pPr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Arial" panose="020B0503050203000203" pitchFamily="34" charset="0"/>
              </a:defRPr>
            </a:lvl5pPr>
          </a:lstStyle>
          <a:p>
            <a:r>
              <a:rPr lang="en-US" dirty="0"/>
              <a:t>Copy and paste appropriate legal disclaimer text from one of the three options in the PDF guidance deck, found on pages 22-24. Always use the proper legal disclaimer for your presentation audience.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3FF5DC1-E283-8AC5-8620-93647430318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8859500" y="573088"/>
            <a:ext cx="4953000" cy="11625262"/>
          </a:xfrm>
        </p:spPr>
        <p:txBody>
          <a:bodyPr/>
          <a:lstStyle>
            <a:lvl1pPr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146304" indent="-146304"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Arial" panose="020B0503050203000203" pitchFamily="34" charset="0"/>
              </a:defRPr>
            </a:lvl2pPr>
            <a:lvl3pPr marL="292608" indent="-146304"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Arial" panose="020B0503050203000203" pitchFamily="34" charset="0"/>
              </a:defRPr>
            </a:lvl3pPr>
            <a:lvl4pPr marL="438912" indent="-146304"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Arial" panose="020B0503050203000203" pitchFamily="34" charset="0"/>
              </a:defRPr>
            </a:lvl4pPr>
            <a:lvl5pPr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Arial" panose="020B0503050203000203" pitchFamily="34" charset="0"/>
              </a:defRPr>
            </a:lvl5pPr>
          </a:lstStyle>
          <a:p>
            <a:r>
              <a:rPr lang="en-US" dirty="0"/>
              <a:t>Copy and paste appropriate legal disclaimer text from one of the three options in the PDF guidance deck, found on pages 22-24. Always use the proper legal disclaimer for your presentation audience.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F5CA4A6F-2777-D002-EE9E-92C246A4DA85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81024" y="12823285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3FBFB86A-A7DC-B54C-4EEC-B69E1897903E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60829" y="12951538"/>
            <a:ext cx="251671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96161"/>
      </p:ext>
    </p:extLst>
  </p:cSld>
  <p:clrMapOvr>
    <a:masterClrMapping/>
  </p:clrMapOvr>
  <p:transition spd="med"/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D0BFE-82FD-94B0-E6D9-A9096777C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422" y="576071"/>
            <a:ext cx="4949825" cy="2468753"/>
          </a:xfrm>
        </p:spPr>
        <p:txBody>
          <a:bodyPr/>
          <a:lstStyle>
            <a:lvl1pPr>
              <a:lnSpc>
                <a:spcPct val="11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559113-A66F-B148-0A73-FD8B5C2B023D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581024" y="12823285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" name="Slide Number">
            <a:extLst>
              <a:ext uri="{FF2B5EF4-FFF2-40B4-BE49-F238E27FC236}">
                <a16:creationId xmlns:a16="http://schemas.microsoft.com/office/drawing/2014/main" id="{B0435695-E156-66C6-5CE4-B0F751F125D2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60829" y="12951538"/>
            <a:ext cx="251671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605039"/>
      </p:ext>
    </p:extLst>
  </p:cSld>
  <p:clrMapOvr>
    <a:masterClrMapping/>
  </p:clrMapOvr>
  <p:transition spd="med"/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, no foot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D0BFE-82FD-94B0-E6D9-A9096777C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422" y="576071"/>
            <a:ext cx="4949825" cy="2468753"/>
          </a:xfrm>
        </p:spPr>
        <p:txBody>
          <a:bodyPr/>
          <a:lstStyle>
            <a:lvl1pPr>
              <a:lnSpc>
                <a:spcPct val="11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lide Number">
            <a:extLst>
              <a:ext uri="{FF2B5EF4-FFF2-40B4-BE49-F238E27FC236}">
                <a16:creationId xmlns:a16="http://schemas.microsoft.com/office/drawing/2014/main" id="{B0435695-E156-66C6-5CE4-B0F751F125D2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60829" y="12951538"/>
            <a:ext cx="251671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1719226"/>
      </p:ext>
    </p:extLst>
  </p:cSld>
  <p:clrMapOvr>
    <a:masterClrMapping/>
  </p:clrMapOvr>
  <p:transition spd="med"/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IBM 8-bar logo">
            <a:extLst>
              <a:ext uri="{FF2B5EF4-FFF2-40B4-BE49-F238E27FC236}">
                <a16:creationId xmlns:a16="http://schemas.microsoft.com/office/drawing/2014/main" id="{F7060FE5-C047-4041-AB41-F553D2847ED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465371" y="6168460"/>
            <a:ext cx="3456432" cy="13790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5384914"/>
      </p:ext>
    </p:extLst>
  </p:cSld>
  <p:clrMapOvr>
    <a:masterClrMapping/>
  </p:clrMapOvr>
  <p:transition spd="med"/>
</p:sldLayout>
</file>

<file path=ppt/slideMasters/_rels/slideMaster1.xml.rels><?xml version="1.0" encoding="UTF-8" standalone="yes"?>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23560829" y="12951714"/>
            <a:ext cx="251671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b" anchorCtr="0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8" name="Title Text"/>
          <p:cNvSpPr txBox="1">
            <a:spLocks noGrp="1"/>
          </p:cNvSpPr>
          <p:nvPr>
            <p:ph type="title"/>
          </p:nvPr>
        </p:nvSpPr>
        <p:spPr>
          <a:xfrm>
            <a:off x="576072" y="576072"/>
            <a:ext cx="22590125" cy="24687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/>
          <a:lstStyle/>
          <a:p>
            <a:r>
              <a:rPr dirty="0"/>
              <a:t>Title Text</a:t>
            </a:r>
          </a:p>
        </p:txBody>
      </p:sp>
      <p:sp>
        <p:nvSpPr>
          <p:cNvPr id="49" name="Body Level One…"/>
          <p:cNvSpPr txBox="1">
            <a:spLocks noGrp="1"/>
          </p:cNvSpPr>
          <p:nvPr>
            <p:ph type="body" idx="1"/>
          </p:nvPr>
        </p:nvSpPr>
        <p:spPr>
          <a:xfrm>
            <a:off x="574675" y="3327399"/>
            <a:ext cx="22590125" cy="88677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/>
          <a:lstStyle/>
          <a:p>
            <a:r>
              <a:rPr dirty="0"/>
              <a:t>Body Level One</a:t>
            </a:r>
          </a:p>
          <a:p>
            <a:pPr lvl="1"/>
            <a:r>
              <a:rPr dirty="0"/>
              <a:t>Body Level Two</a:t>
            </a:r>
          </a:p>
          <a:p>
            <a:pPr lvl="2"/>
            <a:r>
              <a:rPr dirty="0"/>
              <a:t>Body Level Three</a:t>
            </a:r>
          </a:p>
          <a:p>
            <a:pPr lvl="3"/>
            <a:r>
              <a:rPr dirty="0"/>
              <a:t>Body Level Four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9EB465A-FE7F-6B71-D716-1673174BBF5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81024" y="12823285"/>
            <a:ext cx="4956176" cy="38100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1600" b="0" i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Footer text (optional)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903126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963" r:id="rId1"/>
    <p:sldLayoutId id="2147483964" r:id="rId2"/>
    <p:sldLayoutId id="2147483965" r:id="rId3"/>
    <p:sldLayoutId id="2147483966" r:id="rId4"/>
    <p:sldLayoutId id="2147483967" r:id="rId5"/>
    <p:sldLayoutId id="2147483968" r:id="rId6"/>
    <p:sldLayoutId id="2147483969" r:id="rId7"/>
    <p:sldLayoutId id="2147483970" r:id="rId8"/>
    <p:sldLayoutId id="2147483971" r:id="rId9"/>
    <p:sldLayoutId id="2147483972" r:id="rId10"/>
    <p:sldLayoutId id="2147483973" r:id="rId11"/>
    <p:sldLayoutId id="2147483974" r:id="rId12"/>
    <p:sldLayoutId id="2147483975" r:id="rId13"/>
    <p:sldLayoutId id="2147483976" r:id="rId14"/>
    <p:sldLayoutId id="2147483977" r:id="rId15"/>
    <p:sldLayoutId id="2147483978" r:id="rId16"/>
    <p:sldLayoutId id="2147483979" r:id="rId17"/>
    <p:sldLayoutId id="2147483980" r:id="rId18"/>
    <p:sldLayoutId id="2147483981" r:id="rId19"/>
    <p:sldLayoutId id="2147483982" r:id="rId20"/>
    <p:sldLayoutId id="2147483983" r:id="rId21"/>
    <p:sldLayoutId id="2147483984" r:id="rId22"/>
    <p:sldLayoutId id="2147483985" r:id="rId23"/>
    <p:sldLayoutId id="2147483986" r:id="rId24"/>
    <p:sldLayoutId id="2147483987" r:id="rId25"/>
    <p:sldLayoutId id="2147483988" r:id="rId26"/>
    <p:sldLayoutId id="2147483989" r:id="rId27"/>
    <p:sldLayoutId id="2147483990" r:id="rId28"/>
    <p:sldLayoutId id="2147483991" r:id="rId29"/>
    <p:sldLayoutId id="2147483992" r:id="rId30"/>
    <p:sldLayoutId id="2147483993" r:id="rId31"/>
    <p:sldLayoutId id="2147483994" r:id="rId32"/>
    <p:sldLayoutId id="2147483995" r:id="rId33"/>
    <p:sldLayoutId id="2147483996" r:id="rId34"/>
    <p:sldLayoutId id="2147483997" r:id="rId35"/>
    <p:sldLayoutId id="2147483998" r:id="rId36"/>
    <p:sldLayoutId id="2147483999" r:id="rId37"/>
    <p:sldLayoutId id="2147484000" r:id="rId38"/>
    <p:sldLayoutId id="2147484001" r:id="rId39"/>
    <p:sldLayoutId id="2147484002" r:id="rId40"/>
    <p:sldLayoutId id="2147484003" r:id="rId41"/>
    <p:sldLayoutId id="2147484004" r:id="rId42"/>
    <p:sldLayoutId id="2147484005" r:id="rId43"/>
    <p:sldLayoutId id="2147484006" r:id="rId44"/>
    <p:sldLayoutId id="2147484007" r:id="rId45"/>
    <p:sldLayoutId id="2147484008" r:id="rId46"/>
    <p:sldLayoutId id="2147484009" r:id="rId47"/>
    <p:sldLayoutId id="2147484010" r:id="rId48"/>
  </p:sldLayoutIdLst>
  <p:transition spd="med"/>
  <p:hf hdr="0" dt="0"/>
  <p:txStyles>
    <p:titleStyle>
      <a:lvl1pPr marL="0" marR="0" indent="0" algn="l" defTabSz="2438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400" b="0" i="0" u="none" strike="noStrike" cap="none" spc="0" baseline="0">
          <a:solidFill>
            <a:schemeClr val="tx2"/>
          </a:solidFill>
          <a:uFillTx/>
          <a:latin typeface="+mj-lt"/>
          <a:ea typeface="+mj-ea"/>
          <a:cs typeface="+mj-cs"/>
          <a:sym typeface="Arial"/>
        </a:defRPr>
      </a:lvl1pPr>
      <a:lvl2pPr marL="0" marR="0" indent="0" algn="l" defTabSz="2438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2pPr>
      <a:lvl3pPr marL="0" marR="0" indent="0" algn="l" defTabSz="2438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3pPr>
      <a:lvl4pPr marL="0" marR="0" indent="0" algn="l" defTabSz="2438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4pPr>
      <a:lvl5pPr marL="0" marR="0" indent="0" algn="l" defTabSz="2438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5pPr>
      <a:lvl6pPr marL="0" marR="0" indent="362568" algn="l" defTabSz="2438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6pPr>
      <a:lvl7pPr marL="0" marR="0" indent="725139" algn="l" defTabSz="2438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7pPr>
      <a:lvl8pPr marL="0" marR="0" indent="1087706" algn="l" defTabSz="2438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8pPr>
      <a:lvl9pPr marL="0" marR="0" indent="1450276" algn="l" defTabSz="2438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9pPr>
    </p:titleStyle>
    <p:bodyStyle>
      <a:lvl1pPr marL="0" marR="0" indent="0" algn="l" defTabSz="2438400" rtl="0" eaLnBrk="1" latinLnBrk="0" hangingPunct="1">
        <a:lnSpc>
          <a:spcPct val="11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600" b="0" i="0" u="none" strike="noStrike" cap="none" spc="0" baseline="0">
          <a:solidFill>
            <a:schemeClr val="tx1"/>
          </a:solidFill>
          <a:uFillTx/>
          <a:latin typeface="+mj-lt"/>
          <a:ea typeface="+mj-ea"/>
          <a:cs typeface="+mj-cs"/>
          <a:sym typeface="Arial"/>
        </a:defRPr>
      </a:lvl1pPr>
      <a:lvl2pPr marL="329184" marR="0" indent="-329184" algn="l" defTabSz="2438400" rtl="0" eaLnBrk="1" latinLnBrk="0" hangingPunct="1">
        <a:lnSpc>
          <a:spcPct val="110000"/>
        </a:lnSpc>
        <a:spcBef>
          <a:spcPts val="0"/>
        </a:spcBef>
        <a:spcAft>
          <a:spcPts val="0"/>
        </a:spcAft>
        <a:buClrTx/>
        <a:buSzPct val="100000"/>
        <a:buFontTx/>
        <a:buChar char="–"/>
        <a:tabLst/>
        <a:defRPr sz="3600" b="0" i="0" u="none" strike="noStrike" cap="none" spc="0" baseline="0">
          <a:solidFill>
            <a:schemeClr val="tx1"/>
          </a:solidFill>
          <a:uFillTx/>
          <a:latin typeface="+mj-lt"/>
          <a:ea typeface="+mj-ea"/>
          <a:cs typeface="+mj-cs"/>
          <a:sym typeface="Arial"/>
        </a:defRPr>
      </a:lvl2pPr>
      <a:lvl3pPr marL="658368" marR="0" indent="-329184" algn="l" defTabSz="2438400" rtl="0" eaLnBrk="1" latinLnBrk="0" hangingPunct="1">
        <a:lnSpc>
          <a:spcPct val="110000"/>
        </a:lnSpc>
        <a:spcBef>
          <a:spcPts val="0"/>
        </a:spcBef>
        <a:spcAft>
          <a:spcPts val="0"/>
        </a:spcAft>
        <a:buClrTx/>
        <a:buSzPct val="100000"/>
        <a:buFontTx/>
        <a:buChar char="•"/>
        <a:tabLst/>
        <a:defRPr sz="3600" b="0" i="0" u="none" strike="noStrike" cap="none" spc="0" baseline="0">
          <a:solidFill>
            <a:schemeClr val="tx1"/>
          </a:solidFill>
          <a:uFillTx/>
          <a:latin typeface="+mj-lt"/>
          <a:ea typeface="+mj-ea"/>
          <a:cs typeface="+mj-cs"/>
          <a:sym typeface="Arial"/>
        </a:defRPr>
      </a:lvl3pPr>
      <a:lvl4pPr marL="987552" marR="0" indent="-329184" algn="l" defTabSz="2438400" rtl="0" eaLnBrk="1" latinLnBrk="0" hangingPunct="1">
        <a:lnSpc>
          <a:spcPct val="110000"/>
        </a:lnSpc>
        <a:spcBef>
          <a:spcPts val="0"/>
        </a:spcBef>
        <a:spcAft>
          <a:spcPts val="0"/>
        </a:spcAft>
        <a:buClrTx/>
        <a:buSzPct val="100000"/>
        <a:buFontTx/>
        <a:buChar char="–"/>
        <a:tabLst/>
        <a:defRPr sz="3600" b="0" i="0" u="none" strike="noStrike" cap="none" spc="0" baseline="0">
          <a:solidFill>
            <a:schemeClr val="tx1"/>
          </a:solidFill>
          <a:uFillTx/>
          <a:latin typeface="+mj-lt"/>
          <a:ea typeface="+mj-ea"/>
          <a:cs typeface="+mj-cs"/>
          <a:sym typeface="Arial"/>
        </a:defRPr>
      </a:lvl4pPr>
      <a:lvl5pPr marL="1143000" marR="0" indent="-457200" algn="l" defTabSz="2438400" rtl="0" eaLnBrk="1" latinLnBrk="0" hangingPunct="1">
        <a:lnSpc>
          <a:spcPct val="110000"/>
        </a:lnSpc>
        <a:spcBef>
          <a:spcPts val="2900"/>
        </a:spcBef>
        <a:spcAft>
          <a:spcPts val="0"/>
        </a:spcAft>
        <a:buClrTx/>
        <a:buSzPct val="100000"/>
        <a:buFont typeface="Arial" panose="020B0604020202020204" pitchFamily="34" charset="0"/>
        <a:buChar char="•"/>
        <a:tabLst/>
        <a:defRPr sz="36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5pPr>
      <a:lvl6pPr marL="1843060" marR="0" indent="-389009" algn="l" defTabSz="2438400" rtl="0" eaLnBrk="1" latinLnBrk="0" hangingPunct="1">
        <a:lnSpc>
          <a:spcPct val="100000"/>
        </a:lnSpc>
        <a:spcBef>
          <a:spcPts val="2900"/>
        </a:spcBef>
        <a:spcAft>
          <a:spcPts val="0"/>
        </a:spcAft>
        <a:buClrTx/>
        <a:buSzPct val="100000"/>
        <a:buFontTx/>
        <a:buChar char="»"/>
        <a:tabLst/>
        <a:defRPr sz="36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6pPr>
      <a:lvl7pPr marL="2205631" marR="0" indent="-389009" algn="l" defTabSz="2438400" rtl="0" eaLnBrk="1" latinLnBrk="0" hangingPunct="1">
        <a:lnSpc>
          <a:spcPct val="100000"/>
        </a:lnSpc>
        <a:spcBef>
          <a:spcPts val="2900"/>
        </a:spcBef>
        <a:spcAft>
          <a:spcPts val="0"/>
        </a:spcAft>
        <a:buClrTx/>
        <a:buSzPct val="100000"/>
        <a:buFontTx/>
        <a:buChar char="»"/>
        <a:tabLst/>
        <a:defRPr sz="36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7pPr>
      <a:lvl8pPr marL="2568200" marR="0" indent="-389009" algn="l" defTabSz="2438400" rtl="0" eaLnBrk="1" latinLnBrk="0" hangingPunct="1">
        <a:lnSpc>
          <a:spcPct val="100000"/>
        </a:lnSpc>
        <a:spcBef>
          <a:spcPts val="2900"/>
        </a:spcBef>
        <a:spcAft>
          <a:spcPts val="0"/>
        </a:spcAft>
        <a:buClrTx/>
        <a:buSzPct val="100000"/>
        <a:buFontTx/>
        <a:buChar char="»"/>
        <a:tabLst/>
        <a:defRPr sz="36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8pPr>
      <a:lvl9pPr marL="2930769" marR="0" indent="-389009" algn="l" defTabSz="2438400" rtl="0" eaLnBrk="1" latinLnBrk="0" hangingPunct="1">
        <a:lnSpc>
          <a:spcPct val="100000"/>
        </a:lnSpc>
        <a:spcBef>
          <a:spcPts val="2900"/>
        </a:spcBef>
        <a:spcAft>
          <a:spcPts val="0"/>
        </a:spcAft>
        <a:buClrTx/>
        <a:buSzPct val="100000"/>
        <a:buFontTx/>
        <a:buChar char="»"/>
        <a:tabLst/>
        <a:defRPr sz="36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9pPr>
    </p:bodyStyle>
    <p:otherStyle>
      <a:lvl1pPr marL="0" marR="0" indent="0" algn="r" defTabSz="1829287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1pPr>
      <a:lvl2pPr marL="0" marR="0" indent="342991" algn="r" defTabSz="1829287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2pPr>
      <a:lvl3pPr marL="0" marR="0" indent="685982" algn="r" defTabSz="1829287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3pPr>
      <a:lvl4pPr marL="0" marR="0" indent="1028974" algn="r" defTabSz="1829287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4pPr>
      <a:lvl5pPr marL="0" marR="0" indent="1371965" algn="r" defTabSz="1829287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5pPr>
      <a:lvl6pPr marL="0" marR="0" indent="1714956" algn="r" defTabSz="1829287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6pPr>
      <a:lvl7pPr marL="0" marR="0" indent="2057948" algn="r" defTabSz="1829287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7pPr>
      <a:lvl8pPr marL="0" marR="0" indent="2400940" algn="r" defTabSz="1829287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8pPr>
      <a:lvl9pPr marL="0" marR="0" indent="2743931" algn="r" defTabSz="1829287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3" pos="364">
          <p15:clr>
            <a:srgbClr val="EE5396"/>
          </p15:clr>
        </p15:guide>
        <p15:guide id="4" pos="3840">
          <p15:clr>
            <a:srgbClr val="0F62FE"/>
          </p15:clr>
        </p15:guide>
        <p15:guide id="5" pos="1916">
          <p15:clr>
            <a:srgbClr val="EE5396"/>
          </p15:clr>
        </p15:guide>
        <p15:guide id="6" pos="5756">
          <p15:clr>
            <a:srgbClr val="EE5396"/>
          </p15:clr>
        </p15:guide>
        <p15:guide id="7" pos="7319">
          <p15:clr>
            <a:srgbClr val="EE5396"/>
          </p15:clr>
        </p15:guide>
        <p15:guide id="8" pos="8040">
          <p15:clr>
            <a:srgbClr val="EE5396"/>
          </p15:clr>
        </p15:guide>
        <p15:guide id="9" pos="4200">
          <p15:clr>
            <a:srgbClr val="EE5396"/>
          </p15:clr>
        </p15:guide>
        <p15:guide id="10" pos="3480">
          <p15:clr>
            <a:srgbClr val="EE5396"/>
          </p15:clr>
        </p15:guide>
        <p15:guide id="11" pos="9594">
          <p15:clr>
            <a:srgbClr val="EE5396"/>
          </p15:clr>
        </p15:guide>
        <p15:guide id="13" pos="11160">
          <p15:clr>
            <a:srgbClr val="EE5396"/>
          </p15:clr>
        </p15:guide>
        <p15:guide id="14" pos="11880">
          <p15:clr>
            <a:srgbClr val="EE5396"/>
          </p15:clr>
        </p15:guide>
        <p15:guide id="15" pos="13440">
          <p15:clr>
            <a:srgbClr val="EE5396"/>
          </p15:clr>
        </p15:guide>
        <p15:guide id="16" pos="14995">
          <p15:clr>
            <a:srgbClr val="EE5396"/>
          </p15:clr>
        </p15:guide>
        <p15:guide id="19" orient="horz" pos="3840" userDrawn="1">
          <p15:clr>
            <a:srgbClr val="EE5396"/>
          </p15:clr>
        </p15:guide>
        <p15:guide id="20" orient="horz" pos="958" userDrawn="1">
          <p15:clr>
            <a:srgbClr val="EE5396"/>
          </p15:clr>
        </p15:guide>
        <p15:guide id="25" orient="horz" pos="7682" userDrawn="1">
          <p15:clr>
            <a:srgbClr val="EE5396"/>
          </p15:clr>
        </p15:guide>
        <p15:guide id="26" pos="7680">
          <p15:clr>
            <a:srgbClr val="0F62FE"/>
          </p15:clr>
        </p15:guide>
        <p15:guide id="27" pos="11520">
          <p15:clr>
            <a:srgbClr val="0F62FE"/>
          </p15:clr>
        </p15:guide>
        <p15:guide id="30" orient="horz" pos="1918" userDrawn="1">
          <p15:clr>
            <a:srgbClr val="EE5396"/>
          </p15:clr>
        </p15:guide>
        <p15:guide id="32" orient="horz" pos="6720" userDrawn="1">
          <p15:clr>
            <a:srgbClr val="EE5396"/>
          </p15:clr>
        </p15:guide>
        <p15:guide id="33" orient="horz" pos="2880" userDrawn="1">
          <p15:clr>
            <a:srgbClr val="EE5396"/>
          </p15:clr>
        </p15:guide>
        <p15:guide id="34" orient="horz" pos="4800" userDrawn="1">
          <p15:clr>
            <a:srgbClr val="EE5396"/>
          </p15:clr>
        </p15:guide>
        <p15:guide id="35" orient="horz" pos="5758" userDrawn="1">
          <p15:clr>
            <a:srgbClr val="EE5396"/>
          </p15:clr>
        </p15:guide>
        <p15:guide id="36" orient="horz" pos="8284" userDrawn="1">
          <p15:clr>
            <a:srgbClr val="9FCC3B"/>
          </p15:clr>
        </p15:guide>
        <p15:guide id="37" orient="horz" pos="360" userDrawn="1">
          <p15:clr>
            <a:srgbClr val="9FCC3B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f205e18-afbb-42d9-9629-9eeeb4dd69bf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Gartner Analyst Briefing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564339878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64c861c9-df3b-471b-890a-c14681805d08"/>
          <p:cNvSpPr/>
          <p:nvPr/>
        </p:nvSpPr>
        <p:spPr>
          <a:xfrm>
            <a:off x="457200" y="5486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Introduction</a:t>
            </a:r>
            <a:endParaRPr lang="en-US" sz="2800" dirty="0"/>
          </a:p>
        </p:txBody>
      </p:sp>
      <p:sp>
        <p:nvSpPr>
          <p:cNvPr id="3" name="7250601d-0c1f-411b-942f-ba5aaf4d3c1e"/>
          <p:cNvSpPr/>
          <p:nvPr/>
        </p:nvSpPr>
        <p:spPr>
          <a:xfrm>
            <a:off x="457200" y="182880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Welcome</a:t>
            </a:r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 Overview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564339878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510c6d7-f3e9-42a2-93fb-7e468e26870d"/>
          <p:cNvSpPr/>
          <p:nvPr/>
        </p:nvSpPr>
        <p:spPr>
          <a:xfrm>
            <a:off x="457200" y="5486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Introduction to IBM's Cloud ERP Services</a:t>
            </a:r>
            <a:endParaRPr lang="en-US" sz="2800" dirty="0"/>
          </a:p>
        </p:txBody>
      </p:sp>
      <p:sp>
        <p:nvSpPr>
          <p:cNvPr id="3" name="ea6d8c0c-c030-47ae-bee6-1f7b679a1df8"/>
          <p:cNvSpPr/>
          <p:nvPr/>
        </p:nvSpPr>
        <p:spPr>
          <a:xfrm>
            <a:off x="457200" y="1280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Setting the Foundation for Analyst Engagement</a:t>
            </a:r>
            <a:endParaRPr lang="en-US" sz="1400" dirty="0"/>
          </a:p>
        </p:txBody>
      </p:sp>
      <p:sp>
        <p:nvSpPr>
          <p:cNvPr id="4" name="2ce95d5a-035d-4884-bc27-eb24f8d144f2"/>
          <p:cNvSpPr/>
          <p:nvPr/>
        </p:nvSpPr>
        <p:spPr>
          <a:xfrm>
            <a:off x="457200" y="182880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IBM's Cloud ERP services are designed to seamlessly integrate and evolve with businesses.</a:t>
            </a:r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Commitment to addressing analyst questions directly and completely.</a:t>
            </a:r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Foundation of capabilities across product delivery, operational maturity, and financial strength.</a:t>
            </a:r>
            <a:endParaRPr lang="en-US" sz="1600" dirty="0"/>
          </a:p>
        </p:txBody>
      </p:sp>
      <p:sp>
        <p:nvSpPr>
          <p:cNvPr id="5" name="8a7dc1fc-5365-495a-a241-8353cda5e0ca"/>
          <p:cNvSpPr/>
          <p:nvPr/>
        </p:nvSpPr>
        <p:spPr>
          <a:xfrm>
            <a:off x="457200" y="5943600"/>
            <a:ext cx="8229600" cy="457200"/>
          </a:xfrm>
          <a:prstGeom prst="rect">
            <a:avLst/>
          </a:prstGeom>
          <a:solidFill>
            <a:srgbClr val="E8F5E9"/>
          </a:solidFill>
          <a:ln w="12700">
            <a:solidFill>
              <a:srgbClr val="24A148"/>
            </a:solidFill>
            <a:prstDash val="solid"/>
          </a:ln>
        </p:spPr>
      </p:sp>
      <p:sp>
        <p:nvSpPr>
          <p:cNvPr id="6" name="28464c8c-f7cb-48e0-8581-67ae399a9396"/>
          <p:cNvSpPr/>
          <p:nvPr/>
        </p:nvSpPr>
        <p:spPr>
          <a:xfrm>
            <a:off x="548640" y="598932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4A1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📌 Evidence: RFI § Sales Execution-Pricing M; Operations H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564339878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49da5001-3ea2-415e-8596-46de44790545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IBM's Cloud ERP Services: Execution and Vision</a:t>
            </a:r>
            <a:endParaRPr lang="en-US" sz="2400" dirty="0"/>
          </a:p>
        </p:txBody>
      </p:sp>
      <p:sp>
        <p:nvSpPr>
          <p:cNvPr id="3" name="5c6a0482-cc5a-4c23-a184-20626745b530"/>
          <p:cNvSpPr/>
          <p:nvPr/>
        </p:nvSpPr>
        <p:spPr>
          <a:xfrm>
            <a:off x="457200" y="1645920"/>
            <a:ext cx="402336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lnSpc>
                <a:spcPts val="2400"/>
              </a:lnSpc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Modular structures for flexibility in Microsoft Dynamics 365 programs.</a:t>
            </a:r>
            <a:pPr algn="l" marL="342900" indent="-342900">
              <a:lnSpc>
                <a:spcPts val="2400"/>
              </a:lnSpc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Scalable delivery models with onshore, nearshore, and offshore pools.</a:t>
            </a:r>
            <a:pPr algn="l" marL="342900" indent="-342900">
              <a:lnSpc>
                <a:spcPts val="2400"/>
              </a:lnSpc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Structured change control for introducing new capabilities.</a:t>
            </a:r>
            <a:endParaRPr lang="en-US" sz="1400" dirty="0"/>
          </a:p>
        </p:txBody>
      </p:sp>
      <p:sp>
        <p:nvSpPr>
          <p:cNvPr id="4" name="9202a359-985c-4105-9cb5-fbd530546cd5"/>
          <p:cNvSpPr/>
          <p:nvPr/>
        </p:nvSpPr>
        <p:spPr>
          <a:xfrm>
            <a:off x="4572000" y="1645920"/>
            <a:ext cx="402336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lnSpc>
                <a:spcPts val="2400"/>
              </a:lnSpc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 understanding of Cloud ERP market trends and customer needs.</a:t>
            </a:r>
            <a:pPr algn="l" marL="342900" indent="-342900">
              <a:lnSpc>
                <a:spcPts val="2400"/>
              </a:lnSpc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foresight positioning IBM as a leader in innovation.</a:t>
            </a:r>
            <a:pPr algn="l" marL="342900" indent="-342900">
              <a:lnSpc>
                <a:spcPts val="2400"/>
              </a:lnSpc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Incorporation of emerging technologies like GenAI and low-code solutions.</a:t>
            </a:r>
            <a:endParaRPr lang="en-US" sz="1400" dirty="0"/>
          </a:p>
        </p:txBody>
      </p:sp>
      <p:sp>
        <p:nvSpPr>
          <p:cNvPr id="5" name="18c19556-3c48-4843-92a9-601ccf44f8f5"/>
          <p:cNvSpPr/>
          <p:nvPr/>
        </p:nvSpPr>
        <p:spPr>
          <a:xfrm>
            <a:off x="457200" y="5120640"/>
            <a:ext cx="2743200" cy="822960"/>
          </a:xfrm>
          <a:prstGeom prst="rect">
            <a:avLst/>
          </a:prstGeom>
          <a:solidFill>
            <a:srgbClr val="F4F4F4"/>
          </a:solidFill>
          <a:ln w="12700">
            <a:solidFill>
              <a:srgbClr val="002D9C"/>
            </a:solidFill>
            <a:prstDash val="solid"/>
          </a:ln>
        </p:spPr>
      </p:sp>
      <p:sp>
        <p:nvSpPr>
          <p:cNvPr id="6" name="cd8c808b-384a-4a6e-a682-8d67fbb82858"/>
          <p:cNvSpPr/>
          <p:nvPr/>
        </p:nvSpPr>
        <p:spPr>
          <a:xfrm>
            <a:off x="548640" y="516636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 Adjustments: 100%</a:t>
            </a:r>
            <a:endParaRPr lang="en-US" sz="1200" dirty="0"/>
          </a:p>
        </p:txBody>
      </p:sp>
      <p:sp>
        <p:nvSpPr>
          <p:cNvPr id="7" name="46ca0f97-50b9-46b5-8106-7e59c84ad2db"/>
          <p:cNvSpPr/>
          <p:nvPr/>
        </p:nvSpPr>
        <p:spPr>
          <a:xfrm>
            <a:off x="548640" y="54864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 and investment flexibility</a:t>
            </a:r>
            <a:endParaRPr lang="en-US" sz="1000" dirty="0"/>
          </a:p>
        </p:txBody>
      </p:sp>
      <p:sp>
        <p:nvSpPr>
          <p:cNvPr id="8" name="0e0527d9-1f07-4d46-819c-4a1775246272"/>
          <p:cNvSpPr/>
          <p:nvPr/>
        </p:nvSpPr>
        <p:spPr>
          <a:xfrm>
            <a:off x="548640" y="576072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RFI § Sales Execution-Pricing M</a:t>
            </a:r>
            <a:endParaRPr lang="en-US" sz="900" dirty="0"/>
          </a:p>
        </p:txBody>
      </p:sp>
      <p:sp>
        <p:nvSpPr>
          <p:cNvPr id="9" name="90f72c79-6cd4-4cb2-adcd-a4f2210601c1"/>
          <p:cNvSpPr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solidFill>
            <a:srgbClr val="E8F5E9"/>
          </a:solidFill>
          <a:ln w="12700">
            <a:solidFill>
              <a:srgbClr val="24A148"/>
            </a:solidFill>
            <a:prstDash val="solid"/>
          </a:ln>
        </p:spPr>
      </p:sp>
      <p:sp>
        <p:nvSpPr>
          <p:cNvPr id="10" name="94ef851f-4a52-419b-8794-b7154ab83fa3"/>
          <p:cNvSpPr/>
          <p:nvPr/>
        </p:nvSpPr>
        <p:spPr>
          <a:xfrm>
            <a:off x="548640" y="635508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4A1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📌 Evidence: RFI § Sales Execution-Pricing M; Operations H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564339878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75d1198-d40f-4006-bcb3-39685ba4391c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Metrics of IBM's Cloud ERP Services</a:t>
            </a:r>
            <a:endParaRPr lang="en-US" sz="2400" dirty="0"/>
          </a:p>
        </p:txBody>
      </p:sp>
      <p:sp>
        <p:nvSpPr>
          <p:cNvPr id="3" name="afe40980-da31-4a9c-a62f-8ff5db1cdd50"/>
          <p:cNvSpPr/>
          <p:nvPr/>
        </p:nvSpPr>
        <p:spPr>
          <a:xfrm>
            <a:off x="457200" y="1371600"/>
            <a:ext cx="2743200" cy="1828800"/>
          </a:xfrm>
          <a:prstGeom prst="rect">
            <a:avLst/>
          </a:prstGeom>
          <a:solidFill>
            <a:srgbClr val="F4F4F4"/>
          </a:solidFill>
          <a:ln w="12700">
            <a:solidFill>
              <a:srgbClr val="002D9C"/>
            </a:solidFill>
            <a:prstDash val="solid"/>
          </a:ln>
        </p:spPr>
      </p:sp>
      <p:sp>
        <p:nvSpPr>
          <p:cNvPr id="4" name="1453f30a-6cf1-45bd-92fb-b5f0a37dc137"/>
          <p:cNvSpPr/>
          <p:nvPr/>
        </p:nvSpPr>
        <p:spPr>
          <a:xfrm>
            <a:off x="548640" y="14630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Talent Retention</a:t>
            </a:r>
            <a:endParaRPr lang="en-US" sz="1200" dirty="0"/>
          </a:p>
        </p:txBody>
      </p:sp>
      <p:sp>
        <p:nvSpPr>
          <p:cNvPr id="5" name="cc48f5e4-b654-46c4-b7d1-80d9d1446d4e"/>
          <p:cNvSpPr/>
          <p:nvPr/>
        </p:nvSpPr>
        <p:spPr>
          <a:xfrm>
            <a:off x="548640" y="182880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2400" dirty="0"/>
          </a:p>
        </p:txBody>
      </p:sp>
      <p:sp>
        <p:nvSpPr>
          <p:cNvPr id="6" name="9e348f57-23a4-47b6-aa37-e6d318d545f7"/>
          <p:cNvSpPr/>
          <p:nvPr/>
        </p:nvSpPr>
        <p:spPr>
          <a:xfrm>
            <a:off x="548640" y="24688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Best-in-class talent management strategy</a:t>
            </a:r>
            <a:endParaRPr lang="en-US" sz="1000" dirty="0"/>
          </a:p>
        </p:txBody>
      </p:sp>
      <p:sp>
        <p:nvSpPr>
          <p:cNvPr id="7" name="6bd6800e-fe5f-4fdc-a313-245cab46e7f8"/>
          <p:cNvSpPr/>
          <p:nvPr/>
        </p:nvSpPr>
        <p:spPr>
          <a:xfrm>
            <a:off x="548640" y="28346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RFI § Operations H</a:t>
            </a:r>
            <a:endParaRPr lang="en-US" sz="900" dirty="0"/>
          </a:p>
        </p:txBody>
      </p:sp>
      <p:sp>
        <p:nvSpPr>
          <p:cNvPr id="8" name="22f63f9a-c978-4a7a-8b67-8d7557d2bdf4"/>
          <p:cNvSpPr/>
          <p:nvPr/>
        </p:nvSpPr>
        <p:spPr>
          <a:xfrm>
            <a:off x="3291840" y="1371600"/>
            <a:ext cx="2743200" cy="1828800"/>
          </a:xfrm>
          <a:prstGeom prst="rect">
            <a:avLst/>
          </a:prstGeom>
          <a:solidFill>
            <a:srgbClr val="F4F4F4"/>
          </a:solidFill>
          <a:ln w="12700">
            <a:solidFill>
              <a:srgbClr val="002D9C"/>
            </a:solidFill>
            <a:prstDash val="solid"/>
          </a:ln>
        </p:spPr>
      </p:sp>
      <p:sp>
        <p:nvSpPr>
          <p:cNvPr id="9" name="7c35e997-32c6-4931-aecd-128565c602d7"/>
          <p:cNvSpPr/>
          <p:nvPr/>
        </p:nvSpPr>
        <p:spPr>
          <a:xfrm>
            <a:off x="3383280" y="14630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Contractual Flexibility</a:t>
            </a:r>
            <a:endParaRPr lang="en-US" sz="1200" dirty="0"/>
          </a:p>
        </p:txBody>
      </p:sp>
      <p:sp>
        <p:nvSpPr>
          <p:cNvPr id="10" name="88c2b918-373e-41d7-99ee-b52ad43cc2a3"/>
          <p:cNvSpPr/>
          <p:nvPr/>
        </p:nvSpPr>
        <p:spPr>
          <a:xfrm>
            <a:off x="3383280" y="182880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Modular</a:t>
            </a:r>
            <a:endParaRPr lang="en-US" sz="2400" dirty="0"/>
          </a:p>
        </p:txBody>
      </p:sp>
      <p:sp>
        <p:nvSpPr>
          <p:cNvPr id="11" name="9ab4ae0b-85c8-4793-bdfa-537e8da949e1"/>
          <p:cNvSpPr/>
          <p:nvPr/>
        </p:nvSpPr>
        <p:spPr>
          <a:xfrm>
            <a:off x="3383280" y="24688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Adaptable frameworks for evolving needs</a:t>
            </a:r>
            <a:endParaRPr lang="en-US" sz="1000" dirty="0"/>
          </a:p>
        </p:txBody>
      </p:sp>
      <p:sp>
        <p:nvSpPr>
          <p:cNvPr id="12" name="a33e0b99-118e-44e2-a950-c24eea564f1f"/>
          <p:cNvSpPr/>
          <p:nvPr/>
        </p:nvSpPr>
        <p:spPr>
          <a:xfrm>
            <a:off x="3383280" y="28346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RFI § Sales Execution-Pricing M</a:t>
            </a:r>
            <a:endParaRPr lang="en-US" sz="900" dirty="0"/>
          </a:p>
        </p:txBody>
      </p:sp>
      <p:sp>
        <p:nvSpPr>
          <p:cNvPr id="13" name="097da0d1-4819-4895-b139-2067922340ce"/>
          <p:cNvSpPr/>
          <p:nvPr/>
        </p:nvSpPr>
        <p:spPr>
          <a:xfrm>
            <a:off x="6126480" y="1371600"/>
            <a:ext cx="2743200" cy="1828800"/>
          </a:xfrm>
          <a:prstGeom prst="rect">
            <a:avLst/>
          </a:prstGeom>
          <a:solidFill>
            <a:srgbClr val="F4F4F4"/>
          </a:solidFill>
          <a:ln w="12700">
            <a:solidFill>
              <a:srgbClr val="002D9C"/>
            </a:solidFill>
            <a:prstDash val="solid"/>
          </a:ln>
        </p:spPr>
      </p:sp>
      <p:sp>
        <p:nvSpPr>
          <p:cNvPr id="14" name="7378ff49-416b-40c5-8ea4-1d52381ecc70"/>
          <p:cNvSpPr/>
          <p:nvPr/>
        </p:nvSpPr>
        <p:spPr>
          <a:xfrm>
            <a:off x="6217920" y="14630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Innovation Integration</a:t>
            </a:r>
            <a:endParaRPr lang="en-US" sz="1200" dirty="0"/>
          </a:p>
        </p:txBody>
      </p:sp>
      <p:sp>
        <p:nvSpPr>
          <p:cNvPr id="15" name="5b6a5edf-9e6f-4b22-9741-8064a567fb6d"/>
          <p:cNvSpPr/>
          <p:nvPr/>
        </p:nvSpPr>
        <p:spPr>
          <a:xfrm>
            <a:off x="6217920" y="182880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GenAI &amp; Low-code</a:t>
            </a:r>
            <a:endParaRPr lang="en-US" sz="2400" dirty="0"/>
          </a:p>
        </p:txBody>
      </p:sp>
      <p:sp>
        <p:nvSpPr>
          <p:cNvPr id="16" name="43157bcd-85fe-4948-82cf-970bfe2ab86c"/>
          <p:cNvSpPr/>
          <p:nvPr/>
        </p:nvSpPr>
        <p:spPr>
          <a:xfrm>
            <a:off x="6217920" y="24688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Incorporation into product roadmap</a:t>
            </a:r>
            <a:endParaRPr lang="en-US" sz="1000" dirty="0"/>
          </a:p>
        </p:txBody>
      </p:sp>
      <p:sp>
        <p:nvSpPr>
          <p:cNvPr id="17" name="ae5fd229-97cf-4079-8e30-f09a980eb9cf"/>
          <p:cNvSpPr/>
          <p:nvPr/>
        </p:nvSpPr>
        <p:spPr>
          <a:xfrm>
            <a:off x="6217920" y="28346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RFI § Sales Execution-Pricing M</a:t>
            </a:r>
            <a:endParaRPr lang="en-US" sz="900" dirty="0"/>
          </a:p>
        </p:txBody>
      </p:sp>
      <p:sp>
        <p:nvSpPr>
          <p:cNvPr id="18" name="2cc1945c-0670-4739-9b15-1e32fe0e1519"/>
          <p:cNvSpPr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solidFill>
            <a:srgbClr val="E8F5E9"/>
          </a:solidFill>
          <a:ln w="12700">
            <a:solidFill>
              <a:srgbClr val="24A148"/>
            </a:solidFill>
            <a:prstDash val="solid"/>
          </a:ln>
        </p:spPr>
      </p:sp>
      <p:sp>
        <p:nvSpPr>
          <p:cNvPr id="19" name="df4314f6-8a34-42f0-9e67-a4a13a9228d5"/>
          <p:cNvSpPr/>
          <p:nvPr/>
        </p:nvSpPr>
        <p:spPr>
          <a:xfrm>
            <a:off x="548640" y="635508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4A1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📌 Evidence: RFI § Sales Execution-Pricing M; Operations H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564339878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caa197e-ccab-4da1-a5dc-d548d39e1697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Studies Overview</a:t>
            </a:r>
            <a:endParaRPr lang="en-US" sz="2400" dirty="0"/>
          </a:p>
        </p:txBody>
      </p:sp>
      <p:sp>
        <p:nvSpPr>
          <p:cNvPr id="3" name="b7aaccf2-a8a7-43ec-b98a-4defdf4b1029"/>
          <p:cNvSpPr/>
          <p:nvPr/>
        </p:nvSpPr>
        <p:spPr>
          <a:xfrm>
            <a:off x="457200" y="1371600"/>
            <a:ext cx="3474720" cy="1463040"/>
          </a:xfrm>
          <a:prstGeom prst="rect">
            <a:avLst/>
          </a:prstGeom>
          <a:solidFill>
            <a:srgbClr val="F4F4F4"/>
          </a:solidFill>
          <a:ln w="12700">
            <a:solidFill>
              <a:srgbClr val="002D9C"/>
            </a:solidFill>
            <a:prstDash val="solid"/>
          </a:ln>
        </p:spPr>
      </p:sp>
      <p:sp>
        <p:nvSpPr>
          <p:cNvPr id="4" name="04715ab0-df34-47d3-9bb3-ff452c80f324"/>
          <p:cNvSpPr/>
          <p:nvPr/>
        </p:nvSpPr>
        <p:spPr>
          <a:xfrm>
            <a:off x="548640" y="141732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{TO_FILL}</a:t>
            </a:r>
            <a:endParaRPr lang="en-US" sz="1200" dirty="0"/>
          </a:p>
        </p:txBody>
      </p:sp>
      <p:sp>
        <p:nvSpPr>
          <p:cNvPr id="5" name="9392e217-7c53-48c3-aa23-ef7557c86484"/>
          <p:cNvSpPr/>
          <p:nvPr/>
        </p:nvSpPr>
        <p:spPr>
          <a:xfrm>
            <a:off x="548640" y="1737360"/>
            <a:ext cx="3291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case: {TO_FILL}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Industry/Region: {TO_FILL} / {TO_FILL}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Outcome: {TO_FILL} ({TO_FILL})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Reference: {TO_FILL}</a:t>
            </a:r>
            <a:endParaRPr lang="en-US" sz="1000" dirty="0"/>
          </a:p>
        </p:txBody>
      </p:sp>
      <p:sp>
        <p:nvSpPr>
          <p:cNvPr id="6" name="7210ae14-5353-4d1a-b1d7-bf3b06649f60"/>
          <p:cNvSpPr/>
          <p:nvPr/>
        </p:nvSpPr>
        <p:spPr>
          <a:xfrm>
            <a:off x="4480560" y="1371600"/>
            <a:ext cx="3474720" cy="1463040"/>
          </a:xfrm>
          <a:prstGeom prst="rect">
            <a:avLst/>
          </a:prstGeom>
          <a:solidFill>
            <a:srgbClr val="F4F4F4"/>
          </a:solidFill>
          <a:ln w="12700">
            <a:solidFill>
              <a:srgbClr val="002D9C"/>
            </a:solidFill>
            <a:prstDash val="solid"/>
          </a:ln>
        </p:spPr>
      </p:sp>
      <p:sp>
        <p:nvSpPr>
          <p:cNvPr id="7" name="efad4160-adbd-458a-8ebf-4071efbf8c33"/>
          <p:cNvSpPr/>
          <p:nvPr/>
        </p:nvSpPr>
        <p:spPr>
          <a:xfrm>
            <a:off x="4572000" y="141732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{TO_FILL}</a:t>
            </a:r>
            <a:endParaRPr lang="en-US" sz="1200" dirty="0"/>
          </a:p>
        </p:txBody>
      </p:sp>
      <p:sp>
        <p:nvSpPr>
          <p:cNvPr id="8" name="73b3d729-2e3a-4bf6-b3d4-1a35fbd92e09"/>
          <p:cNvSpPr/>
          <p:nvPr/>
        </p:nvSpPr>
        <p:spPr>
          <a:xfrm>
            <a:off x="4572000" y="1737360"/>
            <a:ext cx="3291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case: {TO_FILL}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Industry/Region: {TO_FILL} / {TO_FILL}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Outcome: {TO_FILL} ({TO_FILL})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Reference: {TO_FILL}</a:t>
            </a:r>
            <a:endParaRPr lang="en-US" sz="1000" dirty="0"/>
          </a:p>
        </p:txBody>
      </p:sp>
      <p:sp>
        <p:nvSpPr>
          <p:cNvPr id="9" name="a014027a-48cb-4542-88e4-dfb8b79dae13"/>
          <p:cNvSpPr/>
          <p:nvPr/>
        </p:nvSpPr>
        <p:spPr>
          <a:xfrm>
            <a:off x="457200" y="3017520"/>
            <a:ext cx="3474720" cy="1463040"/>
          </a:xfrm>
          <a:prstGeom prst="rect">
            <a:avLst/>
          </a:prstGeom>
          <a:solidFill>
            <a:srgbClr val="F4F4F4"/>
          </a:solidFill>
          <a:ln w="12700">
            <a:solidFill>
              <a:srgbClr val="002D9C"/>
            </a:solidFill>
            <a:prstDash val="solid"/>
          </a:ln>
        </p:spPr>
      </p:sp>
      <p:sp>
        <p:nvSpPr>
          <p:cNvPr id="10" name="a8cc4586-6272-4435-8c43-ca0954e4385f"/>
          <p:cNvSpPr/>
          <p:nvPr/>
        </p:nvSpPr>
        <p:spPr>
          <a:xfrm>
            <a:off x="548640" y="306324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{TO_FILL}</a:t>
            </a:r>
            <a:endParaRPr lang="en-US" sz="1200" dirty="0"/>
          </a:p>
        </p:txBody>
      </p:sp>
      <p:sp>
        <p:nvSpPr>
          <p:cNvPr id="11" name="96b2a2a9-867b-4b5c-a84c-9a063fb42250"/>
          <p:cNvSpPr/>
          <p:nvPr/>
        </p:nvSpPr>
        <p:spPr>
          <a:xfrm>
            <a:off x="548640" y="3383280"/>
            <a:ext cx="3291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case: {TO_FILL}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Industry/Region: {TO_FILL} / {TO_FILL}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Outcome: {TO_FILL} ({TO_FILL})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Reference: {TO_FILL}</a:t>
            </a:r>
            <a:endParaRPr lang="en-US" sz="1000" dirty="0"/>
          </a:p>
        </p:txBody>
      </p:sp>
      <p:sp>
        <p:nvSpPr>
          <p:cNvPr id="12" name="7aea5f95-1cd7-4f52-8ad6-c6bd1939405e"/>
          <p:cNvSpPr/>
          <p:nvPr/>
        </p:nvSpPr>
        <p:spPr>
          <a:xfrm>
            <a:off x="4480560" y="3017520"/>
            <a:ext cx="3474720" cy="1463040"/>
          </a:xfrm>
          <a:prstGeom prst="rect">
            <a:avLst/>
          </a:prstGeom>
          <a:solidFill>
            <a:srgbClr val="F4F4F4"/>
          </a:solidFill>
          <a:ln w="12700">
            <a:solidFill>
              <a:srgbClr val="002D9C"/>
            </a:solidFill>
            <a:prstDash val="solid"/>
          </a:ln>
        </p:spPr>
      </p:sp>
      <p:sp>
        <p:nvSpPr>
          <p:cNvPr id="13" name="1ed284c3-a588-4b5e-b9f2-4a19bf1b0a1d"/>
          <p:cNvSpPr/>
          <p:nvPr/>
        </p:nvSpPr>
        <p:spPr>
          <a:xfrm>
            <a:off x="4572000" y="306324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{TO_FILL}</a:t>
            </a:r>
            <a:endParaRPr lang="en-US" sz="1200" dirty="0"/>
          </a:p>
        </p:txBody>
      </p:sp>
      <p:sp>
        <p:nvSpPr>
          <p:cNvPr id="14" name="3bc2e884-06ea-4f2e-82d7-a7abf3f96726"/>
          <p:cNvSpPr/>
          <p:nvPr/>
        </p:nvSpPr>
        <p:spPr>
          <a:xfrm>
            <a:off x="4572000" y="3383280"/>
            <a:ext cx="3291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case: {TO_FILL}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Industry/Region: {TO_FILL} / {TO_FILL}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Outcome: {TO_FILL} ({TO_FILL})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Reference: {TO_FILL}</a:t>
            </a:r>
            <a:endParaRPr lang="en-US" sz="1000" dirty="0"/>
          </a:p>
        </p:txBody>
      </p:sp>
      <p:sp>
        <p:nvSpPr>
          <p:cNvPr id="15" name="f17c852d-e26f-41aa-8e77-a90719a61c37"/>
          <p:cNvSpPr/>
          <p:nvPr/>
        </p:nvSpPr>
        <p:spPr>
          <a:xfrm>
            <a:off x="2468880" y="4663440"/>
            <a:ext cx="3474720" cy="1463040"/>
          </a:xfrm>
          <a:prstGeom prst="rect">
            <a:avLst/>
          </a:prstGeom>
          <a:solidFill>
            <a:srgbClr val="F4F4F4"/>
          </a:solidFill>
          <a:ln w="12700">
            <a:solidFill>
              <a:srgbClr val="002D9C"/>
            </a:solidFill>
            <a:prstDash val="solid"/>
          </a:ln>
        </p:spPr>
      </p:sp>
      <p:sp>
        <p:nvSpPr>
          <p:cNvPr id="16" name="beabc315-0b36-43c0-951e-060244d43dda"/>
          <p:cNvSpPr/>
          <p:nvPr/>
        </p:nvSpPr>
        <p:spPr>
          <a:xfrm>
            <a:off x="2560320" y="470916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{TO_FILL}</a:t>
            </a:r>
            <a:endParaRPr lang="en-US" sz="1200" dirty="0"/>
          </a:p>
        </p:txBody>
      </p:sp>
      <p:sp>
        <p:nvSpPr>
          <p:cNvPr id="17" name="849b7fec-e8f7-444b-b283-c13b0517f3e0"/>
          <p:cNvSpPr/>
          <p:nvPr/>
        </p:nvSpPr>
        <p:spPr>
          <a:xfrm>
            <a:off x="2560320" y="5029200"/>
            <a:ext cx="3291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case: {TO_FILL}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Industry/Region: {TO_FILL} / {TO_FILL}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Outcome: {TO_FILL} ({TO_FILL})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Reference: {TO_FILL}</a:t>
            </a:r>
            <a:endParaRPr lang="en-US" sz="1000" dirty="0"/>
          </a:p>
        </p:txBody>
      </p:sp>
      <p:sp>
        <p:nvSpPr>
          <p:cNvPr id="18" name="fcbd8789-7e98-4f80-984b-c0d6d7d88aeb"/>
          <p:cNvSpPr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solidFill>
            <a:srgbClr val="E8F5E9"/>
          </a:solidFill>
          <a:ln w="12700">
            <a:solidFill>
              <a:srgbClr val="24A148"/>
            </a:solidFill>
            <a:prstDash val="solid"/>
          </a:ln>
        </p:spPr>
      </p:sp>
      <p:sp>
        <p:nvSpPr>
          <p:cNvPr id="19" name="4344831a-811f-43ab-bbdb-6514eb68d540"/>
          <p:cNvSpPr/>
          <p:nvPr/>
        </p:nvSpPr>
        <p:spPr>
          <a:xfrm>
            <a:off x="548640" y="635508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4A1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📌 Evidence: {TO_FILL}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564339878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5400deb-2703-4494-a719-fb12a608d28e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Study Deep Dive</a:t>
            </a:r>
            <a:endParaRPr lang="en-US" sz="2400" dirty="0"/>
          </a:p>
        </p:txBody>
      </p:sp>
      <p:sp>
        <p:nvSpPr>
          <p:cNvPr id="3" name="9a17a927-1832-41cf-a84a-cf62fa227000"/>
          <p:cNvSpPr/>
          <p:nvPr/>
        </p:nvSpPr>
        <p:spPr>
          <a:xfrm>
            <a:off x="457200" y="1280160"/>
            <a:ext cx="82296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case: {TO_FILL}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Industry/Region: {TO_FILL} / {TO_FILL}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Challenge: {TO_FILL}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Approach: {TO_FILL}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Capabilities/IP: {TO_FILL}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Outcomes: {TO_FILL} ({TO_FILL})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Reference: {TO_FILL}</a:t>
            </a:r>
            <a:endParaRPr lang="en-US" sz="1200" dirty="0"/>
          </a:p>
        </p:txBody>
      </p:sp>
      <p:sp>
        <p:nvSpPr>
          <p:cNvPr id="4" name="b3233a5b-e7ad-4b0d-8e92-c0fd8215f10b"/>
          <p:cNvSpPr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solidFill>
            <a:srgbClr val="E8F5E9"/>
          </a:solidFill>
          <a:ln w="12700">
            <a:solidFill>
              <a:srgbClr val="24A148"/>
            </a:solidFill>
            <a:prstDash val="solid"/>
          </a:ln>
        </p:spPr>
      </p:sp>
      <p:sp>
        <p:nvSpPr>
          <p:cNvPr id="5" name="57f0b06a-523d-4ff2-8c8c-5c347a6354e6"/>
          <p:cNvSpPr/>
          <p:nvPr/>
        </p:nvSpPr>
        <p:spPr>
          <a:xfrm>
            <a:off x="548640" y="635508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4A1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📌 Evidence: {TO_FILL}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564339878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f1b2e7e-7bd2-4a3c-be91-21dc12429141"/>
          <p:cNvSpPr/>
          <p:nvPr/>
        </p:nvSpPr>
        <p:spPr>
          <a:xfrm>
            <a:off x="457200" y="5486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IBM's Strategic Positioning in Cloud ERP</a:t>
            </a:r>
            <a:endParaRPr lang="en-US" sz="2800" dirty="0"/>
          </a:p>
        </p:txBody>
      </p:sp>
      <p:sp>
        <p:nvSpPr>
          <p:cNvPr id="3" name="0a30faef-64d2-42ac-a74d-5113a7681a8f"/>
          <p:cNvSpPr/>
          <p:nvPr/>
        </p:nvSpPr>
        <p:spPr>
          <a:xfrm>
            <a:off x="457200" y="1280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Leading with Visionary Strategy and Execution</a:t>
            </a:r>
            <a:endParaRPr lang="en-US" sz="1400" dirty="0"/>
          </a:p>
        </p:txBody>
      </p:sp>
      <p:sp>
        <p:nvSpPr>
          <p:cNvPr id="4" name="9f725b61-b67b-4361-92fb-bb3a07a9b016"/>
          <p:cNvSpPr/>
          <p:nvPr/>
        </p:nvSpPr>
        <p:spPr>
          <a:xfrm>
            <a:off x="457200" y="182880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IBM anticipates and adapts to future needs with visionary strategy.</a:t>
            </a:r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Differentiates through innovation, incorporating GenAI and low-code solutions.</a:t>
            </a:r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Ensures robust execution through comprehensive Cloud ERP capabilities.</a:t>
            </a:r>
            <a:endParaRPr lang="en-US" sz="1600" dirty="0"/>
          </a:p>
        </p:txBody>
      </p:sp>
      <p:sp>
        <p:nvSpPr>
          <p:cNvPr id="5" name="01edcf9c-62a1-4ef2-b0d3-cba3309a886e"/>
          <p:cNvSpPr/>
          <p:nvPr/>
        </p:nvSpPr>
        <p:spPr>
          <a:xfrm>
            <a:off x="457200" y="5943600"/>
            <a:ext cx="8229600" cy="457200"/>
          </a:xfrm>
          <a:prstGeom prst="rect">
            <a:avLst/>
          </a:prstGeom>
          <a:solidFill>
            <a:srgbClr val="E8F5E9"/>
          </a:solidFill>
          <a:ln w="12700">
            <a:solidFill>
              <a:srgbClr val="24A148"/>
            </a:solidFill>
            <a:prstDash val="solid"/>
          </a:ln>
        </p:spPr>
      </p:sp>
      <p:sp>
        <p:nvSpPr>
          <p:cNvPr id="6" name="7a94adbd-04a5-4146-b948-c9bbdaff07d9"/>
          <p:cNvSpPr/>
          <p:nvPr/>
        </p:nvSpPr>
        <p:spPr>
          <a:xfrm>
            <a:off x="548640" y="598932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4A1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📌 Evidence: RFI § Sales Execution-Pricing M; Operations H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564339878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8c64a49f-e883-4018-98d9-fe9ef34cfca6"/>
          <p:cNvSpPr/>
          <p:nvPr/>
        </p:nvSpPr>
        <p:spPr>
          <a:xfrm>
            <a:off x="457200" y="5486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Commitment to Long-term Success</a:t>
            </a:r>
            <a:endParaRPr lang="en-US" sz="2800" dirty="0"/>
          </a:p>
        </p:txBody>
      </p:sp>
      <p:sp>
        <p:nvSpPr>
          <p:cNvPr id="3" name="d8fff2af-7a23-46bd-bef3-fbc3bc55cbb9"/>
          <p:cNvSpPr/>
          <p:nvPr/>
        </p:nvSpPr>
        <p:spPr>
          <a:xfrm>
            <a:off x="457200" y="1280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IBM's Financial Stability and Operational Excellence</a:t>
            </a:r>
            <a:endParaRPr lang="en-US" sz="1400" dirty="0"/>
          </a:p>
        </p:txBody>
      </p:sp>
      <p:sp>
        <p:nvSpPr>
          <p:cNvPr id="4" name="573abeef-27c7-48a6-b0db-3fb43f62db1a"/>
          <p:cNvSpPr/>
          <p:nvPr/>
        </p:nvSpPr>
        <p:spPr>
          <a:xfrm>
            <a:off x="457200" y="182880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IBM's financial strength ensures client reliability for long-term success.</a:t>
            </a:r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Operational maturity supports sustained value realization.</a:t>
            </a:r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Comprehensive suite addresses immediate and future Cloud ERP needs.</a:t>
            </a:r>
            <a:endParaRPr lang="en-US" sz="1600" dirty="0"/>
          </a:p>
        </p:txBody>
      </p:sp>
      <p:sp>
        <p:nvSpPr>
          <p:cNvPr id="5" name="55824e6c-efc9-4cc5-ba99-9c5d2b1cfffd"/>
          <p:cNvSpPr/>
          <p:nvPr/>
        </p:nvSpPr>
        <p:spPr>
          <a:xfrm>
            <a:off x="457200" y="5943600"/>
            <a:ext cx="8229600" cy="457200"/>
          </a:xfrm>
          <a:prstGeom prst="rect">
            <a:avLst/>
          </a:prstGeom>
          <a:solidFill>
            <a:srgbClr val="E8F5E9"/>
          </a:solidFill>
          <a:ln w="12700">
            <a:solidFill>
              <a:srgbClr val="24A148"/>
            </a:solidFill>
            <a:prstDash val="solid"/>
          </a:ln>
        </p:spPr>
      </p:sp>
      <p:sp>
        <p:nvSpPr>
          <p:cNvPr id="6" name="d76a0a0f-a27b-4547-a988-5adc9eb21aef"/>
          <p:cNvSpPr/>
          <p:nvPr/>
        </p:nvSpPr>
        <p:spPr>
          <a:xfrm>
            <a:off x="548640" y="598932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4A1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📌 Evidence: RFI § Operations H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564339878"/>
      </p:ext>
    </p:extLst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43affe53-216a-4ef4-9675-15cc600100f2"/>
          <p:cNvSpPr/>
          <p:nvPr/>
        </p:nvSpPr>
        <p:spPr>
          <a:xfrm>
            <a:off x="457200" y="5486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Analysis</a:t>
            </a:r>
            <a:endParaRPr lang="en-US" sz="2800" dirty="0"/>
          </a:p>
        </p:txBody>
      </p:sp>
      <p:sp>
        <p:nvSpPr>
          <p:cNvPr id="3" name="ed61f558-f685-4446-9151-c86ce8a109da"/>
          <p:cNvSpPr/>
          <p:nvPr/>
        </p:nvSpPr>
        <p:spPr>
          <a:xfrm>
            <a:off x="457200" y="182880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Market Trends</a:t>
            </a:r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Competitive Landscape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564339878"/>
      </p:ext>
    </p:extLst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0a43f532-59eb-4119-a1c4-db16899b1222"/>
          <p:cNvSpPr/>
          <p:nvPr/>
        </p:nvSpPr>
        <p:spPr>
          <a:xfrm>
            <a:off x="457200" y="5486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IBM's Cloud ERP Market Analysis</a:t>
            </a:r>
            <a:endParaRPr lang="en-US" sz="2800" dirty="0"/>
          </a:p>
        </p:txBody>
      </p:sp>
      <p:sp>
        <p:nvSpPr>
          <p:cNvPr id="3" name="1ecf9996-db48-417c-b895-87b08ddbcc5e"/>
          <p:cNvSpPr/>
          <p:nvPr/>
        </p:nvSpPr>
        <p:spPr>
          <a:xfrm>
            <a:off x="457200" y="1280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Understanding Trends and Competitive Landscape</a:t>
            </a:r>
            <a:endParaRPr lang="en-US" sz="1400" dirty="0"/>
          </a:p>
        </p:txBody>
      </p:sp>
      <p:sp>
        <p:nvSpPr>
          <p:cNvPr id="4" name="2cd32b0d-0e8a-44d7-9860-2e8345843d9e"/>
          <p:cNvSpPr/>
          <p:nvPr/>
        </p:nvSpPr>
        <p:spPr>
          <a:xfrm>
            <a:off x="457200" y="182880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IBM's Cloud ERP services strategically positioned to lead market trends.</a:t>
            </a:r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Comprehensive understanding of customer needs and competitive dynamics.</a:t>
            </a:r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Commitment to innovation and strategic foresight.</a:t>
            </a:r>
            <a:endParaRPr lang="en-US" sz="1600" dirty="0"/>
          </a:p>
        </p:txBody>
      </p:sp>
      <p:sp>
        <p:nvSpPr>
          <p:cNvPr id="5" name="9f3a4c87-b506-46bd-bac1-c9a173912aca"/>
          <p:cNvSpPr/>
          <p:nvPr/>
        </p:nvSpPr>
        <p:spPr>
          <a:xfrm>
            <a:off x="457200" y="5943600"/>
            <a:ext cx="8229600" cy="457200"/>
          </a:xfrm>
          <a:prstGeom prst="rect">
            <a:avLst/>
          </a:prstGeom>
          <a:solidFill>
            <a:srgbClr val="E8F5E9"/>
          </a:solidFill>
          <a:ln w="12700">
            <a:solidFill>
              <a:srgbClr val="24A148"/>
            </a:solidFill>
            <a:prstDash val="solid"/>
          </a:ln>
        </p:spPr>
      </p:sp>
      <p:sp>
        <p:nvSpPr>
          <p:cNvPr id="6" name="d4624cd0-6271-4f91-b753-1121f58d60a3"/>
          <p:cNvSpPr/>
          <p:nvPr/>
        </p:nvSpPr>
        <p:spPr>
          <a:xfrm>
            <a:off x="548640" y="598932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4A1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📌 Evidence: RFI §2026-01-12T13-23-46-101Z_Welcome Packet for Cloud ERP Services, 2026[66].pdf - Page 17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564339878"/>
      </p:ext>
    </p:extLst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0bcb7d8c-fcfe-48c7-af2e-fc32df6e108b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Cloud ERP Market Trends</a:t>
            </a:r>
            <a:endParaRPr lang="en-US" sz="2400" dirty="0"/>
          </a:p>
        </p:txBody>
      </p:sp>
      <p:sp>
        <p:nvSpPr>
          <p:cNvPr id="3" name="7b08ef2c-0d0a-4f06-8da5-6d5d8836e5fa"/>
          <p:cNvSpPr/>
          <p:nvPr/>
        </p:nvSpPr>
        <p:spPr>
          <a:xfrm>
            <a:off x="457200" y="1645920"/>
            <a:ext cx="402336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lnSpc>
                <a:spcPts val="2400"/>
              </a:lnSpc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Increasing demand for cloud-based solutions.</a:t>
            </a:r>
            <a:pPr algn="l" marL="342900" indent="-342900">
              <a:lnSpc>
                <a:spcPts val="2400"/>
              </a:lnSpc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Shift towards GenAI and low-code technologies.</a:t>
            </a:r>
            <a:pPr algn="l" marL="342900" indent="-342900">
              <a:lnSpc>
                <a:spcPts val="2400"/>
              </a:lnSpc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Focus on sustainability and finance-first models.</a:t>
            </a:r>
            <a:endParaRPr lang="en-US" sz="1400" dirty="0"/>
          </a:p>
        </p:txBody>
      </p:sp>
      <p:sp>
        <p:nvSpPr>
          <p:cNvPr id="4" name="1bb0b7f0-051f-4717-aa3f-d2149c0b4797"/>
          <p:cNvSpPr/>
          <p:nvPr/>
        </p:nvSpPr>
        <p:spPr>
          <a:xfrm>
            <a:off x="4572000" y="1645920"/>
            <a:ext cx="402336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lnSpc>
                <a:spcPts val="2400"/>
              </a:lnSpc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IBM's strategic investments in emerging technologies.</a:t>
            </a:r>
            <a:pPr algn="l" marL="342900" indent="-342900">
              <a:lnSpc>
                <a:spcPts val="2400"/>
              </a:lnSpc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Partnerships with major hyperscalers like Azure and AWS.</a:t>
            </a:r>
            <a:pPr algn="l" marL="342900" indent="-342900">
              <a:lnSpc>
                <a:spcPts val="2400"/>
              </a:lnSpc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Adoption of as-a-service models in various industries.</a:t>
            </a:r>
            <a:endParaRPr lang="en-US" sz="1400" dirty="0"/>
          </a:p>
        </p:txBody>
      </p:sp>
      <p:sp>
        <p:nvSpPr>
          <p:cNvPr id="5" name="7138f58f-a267-4091-b98d-9beab7699332"/>
          <p:cNvSpPr/>
          <p:nvPr/>
        </p:nvSpPr>
        <p:spPr>
          <a:xfrm>
            <a:off x="457200" y="5120640"/>
            <a:ext cx="2743200" cy="822960"/>
          </a:xfrm>
          <a:prstGeom prst="rect">
            <a:avLst/>
          </a:prstGeom>
          <a:solidFill>
            <a:srgbClr val="F4F4F4"/>
          </a:solidFill>
          <a:ln w="12700">
            <a:solidFill>
              <a:srgbClr val="002D9C"/>
            </a:solidFill>
            <a:prstDash val="solid"/>
          </a:ln>
        </p:spPr>
      </p:sp>
      <p:sp>
        <p:nvSpPr>
          <p:cNvPr id="6" name="1bd377d4-50e4-4bdb-9c02-40f9a8f2752f"/>
          <p:cNvSpPr/>
          <p:nvPr/>
        </p:nvSpPr>
        <p:spPr>
          <a:xfrm>
            <a:off x="548640" y="516636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Growth: 15%</a:t>
            </a:r>
            <a:endParaRPr lang="en-US" sz="1200" dirty="0"/>
          </a:p>
        </p:txBody>
      </p:sp>
      <p:sp>
        <p:nvSpPr>
          <p:cNvPr id="7" name="b0407a65-90ec-440f-96fb-07b4311d4dc4"/>
          <p:cNvSpPr/>
          <p:nvPr/>
        </p:nvSpPr>
        <p:spPr>
          <a:xfrm>
            <a:off x="548640" y="54864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Year-over-year increase in cloud ERP adoption.</a:t>
            </a:r>
            <a:endParaRPr lang="en-US" sz="1000" dirty="0"/>
          </a:p>
        </p:txBody>
      </p:sp>
      <p:sp>
        <p:nvSpPr>
          <p:cNvPr id="8" name="dc9fda7f-9511-4aca-a205-e8f93aac9bce"/>
          <p:cNvSpPr/>
          <p:nvPr/>
        </p:nvSpPr>
        <p:spPr>
          <a:xfrm>
            <a:off x="548640" y="576072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RFI §2026-01-12T13-21-14-435Z_Final 2022 S4HANA Svcs MQ VB IBM (02_15_22).pdf - Page 49</a:t>
            </a:r>
            <a:endParaRPr lang="en-US" sz="900" dirty="0"/>
          </a:p>
        </p:txBody>
      </p:sp>
      <p:sp>
        <p:nvSpPr>
          <p:cNvPr id="9" name="01eecc05-725b-4356-a799-a0c30b68bfc4"/>
          <p:cNvSpPr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solidFill>
            <a:srgbClr val="E8F5E9"/>
          </a:solidFill>
          <a:ln w="12700">
            <a:solidFill>
              <a:srgbClr val="24A148"/>
            </a:solidFill>
            <a:prstDash val="solid"/>
          </a:ln>
        </p:spPr>
      </p:sp>
      <p:sp>
        <p:nvSpPr>
          <p:cNvPr id="10" name="dd729532-cf1b-449c-8dc0-9e3d13ef7a61"/>
          <p:cNvSpPr/>
          <p:nvPr/>
        </p:nvSpPr>
        <p:spPr>
          <a:xfrm>
            <a:off x="548640" y="635508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4A1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📌 Evidence: RFI §2026-01-12T13-21-14-435Z_Final 2022 S4HANA Svcs MQ VB IBM (02_15_22).pdf - Page 49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564339878"/>
      </p:ext>
    </p:extLst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3592d2-fa55-4988-9f04-4d23e30de166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IBM's Market Position</a:t>
            </a:r>
            <a:endParaRPr lang="en-US" sz="2400" dirty="0"/>
          </a:p>
        </p:txBody>
      </p:sp>
      <p:sp>
        <p:nvSpPr>
          <p:cNvPr id="3" name="48acdd5d-b4e5-4d4a-8df7-d876d0f8c16b"/>
          <p:cNvSpPr/>
          <p:nvPr/>
        </p:nvSpPr>
        <p:spPr>
          <a:xfrm>
            <a:off x="457200" y="1371600"/>
            <a:ext cx="2743200" cy="1828800"/>
          </a:xfrm>
          <a:prstGeom prst="rect">
            <a:avLst/>
          </a:prstGeom>
          <a:solidFill>
            <a:srgbClr val="F4F4F4"/>
          </a:solidFill>
          <a:ln w="12700">
            <a:solidFill>
              <a:srgbClr val="002D9C"/>
            </a:solidFill>
            <a:prstDash val="solid"/>
          </a:ln>
        </p:spPr>
      </p:sp>
      <p:sp>
        <p:nvSpPr>
          <p:cNvPr id="4" name="f0b6ba8f-bf9e-48af-a6d6-4fadd99bdacc"/>
          <p:cNvSpPr/>
          <p:nvPr/>
        </p:nvSpPr>
        <p:spPr>
          <a:xfrm>
            <a:off x="548640" y="14630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Retention</a:t>
            </a:r>
            <a:endParaRPr lang="en-US" sz="1200" dirty="0"/>
          </a:p>
        </p:txBody>
      </p:sp>
      <p:sp>
        <p:nvSpPr>
          <p:cNvPr id="5" name="3f41c08d-cbce-44b5-9c4f-d9b465214ac2"/>
          <p:cNvSpPr/>
          <p:nvPr/>
        </p:nvSpPr>
        <p:spPr>
          <a:xfrm>
            <a:off x="548640" y="182880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92%</a:t>
            </a:r>
            <a:endParaRPr lang="en-US" sz="2400" dirty="0"/>
          </a:p>
        </p:txBody>
      </p:sp>
      <p:sp>
        <p:nvSpPr>
          <p:cNvPr id="6" name="e544f230-17af-454e-bb32-923ca40a1ba1"/>
          <p:cNvSpPr/>
          <p:nvPr/>
        </p:nvSpPr>
        <p:spPr>
          <a:xfrm>
            <a:off x="548640" y="24688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retention rate indicating customer satisfaction.</a:t>
            </a:r>
            <a:endParaRPr lang="en-US" sz="1000" dirty="0"/>
          </a:p>
        </p:txBody>
      </p:sp>
      <p:sp>
        <p:nvSpPr>
          <p:cNvPr id="7" name="7a6114a9-5fef-478e-a342-18a0eb8fe520"/>
          <p:cNvSpPr/>
          <p:nvPr/>
        </p:nvSpPr>
        <p:spPr>
          <a:xfrm>
            <a:off x="548640" y="28346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RFI §2026-01-12T13-23-46-101Z_Welcome Packet for Cloud ERP Services, 2026[66].pdf - Page 20</a:t>
            </a:r>
            <a:endParaRPr lang="en-US" sz="900" dirty="0"/>
          </a:p>
        </p:txBody>
      </p:sp>
      <p:sp>
        <p:nvSpPr>
          <p:cNvPr id="8" name="31230198-cf28-4283-b154-0d3d16588503"/>
          <p:cNvSpPr/>
          <p:nvPr/>
        </p:nvSpPr>
        <p:spPr>
          <a:xfrm>
            <a:off x="3291840" y="1371600"/>
            <a:ext cx="2743200" cy="1828800"/>
          </a:xfrm>
          <a:prstGeom prst="rect">
            <a:avLst/>
          </a:prstGeom>
          <a:solidFill>
            <a:srgbClr val="F4F4F4"/>
          </a:solidFill>
          <a:ln w="12700">
            <a:solidFill>
              <a:srgbClr val="002D9C"/>
            </a:solidFill>
            <a:prstDash val="solid"/>
          </a:ln>
        </p:spPr>
      </p:sp>
      <p:sp>
        <p:nvSpPr>
          <p:cNvPr id="9" name="052aabf4-1d6d-403d-97a6-9533fd0200d6"/>
          <p:cNvSpPr/>
          <p:nvPr/>
        </p:nvSpPr>
        <p:spPr>
          <a:xfrm>
            <a:off x="3383280" y="14630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Growth</a:t>
            </a:r>
            <a:endParaRPr lang="en-US" sz="1200" dirty="0"/>
          </a:p>
        </p:txBody>
      </p:sp>
      <p:sp>
        <p:nvSpPr>
          <p:cNvPr id="10" name="d91422ce-d113-4a8a-9b4c-153cae29d45f"/>
          <p:cNvSpPr/>
          <p:nvPr/>
        </p:nvSpPr>
        <p:spPr>
          <a:xfrm>
            <a:off x="3383280" y="182880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</a:t>
            </a:r>
            <a:endParaRPr lang="en-US" sz="2400" dirty="0"/>
          </a:p>
        </p:txBody>
      </p:sp>
      <p:sp>
        <p:nvSpPr>
          <p:cNvPr id="11" name="462985f8-1424-484a-80e0-293676d64b65"/>
          <p:cNvSpPr/>
          <p:nvPr/>
        </p:nvSpPr>
        <p:spPr>
          <a:xfrm>
            <a:off x="3383280" y="24688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Consistent growth in cloud ERP services revenue.</a:t>
            </a:r>
            <a:endParaRPr lang="en-US" sz="1000" dirty="0"/>
          </a:p>
        </p:txBody>
      </p:sp>
      <p:sp>
        <p:nvSpPr>
          <p:cNvPr id="12" name="f21f037e-c1e0-4ede-82bc-94c21e962edc"/>
          <p:cNvSpPr/>
          <p:nvPr/>
        </p:nvSpPr>
        <p:spPr>
          <a:xfrm>
            <a:off x="3383280" y="28346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RFI §2026-01-12T13-23-46-101Z_Welcome Packet for Cloud ERP Services, 2026[66].pdf - Page 20</a:t>
            </a:r>
            <a:endParaRPr lang="en-US" sz="900" dirty="0"/>
          </a:p>
        </p:txBody>
      </p:sp>
      <p:sp>
        <p:nvSpPr>
          <p:cNvPr id="13" name="cc3afb2b-9a00-4149-9653-7d78f49a4404"/>
          <p:cNvSpPr/>
          <p:nvPr/>
        </p:nvSpPr>
        <p:spPr>
          <a:xfrm>
            <a:off x="6126480" y="1371600"/>
            <a:ext cx="2743200" cy="1828800"/>
          </a:xfrm>
          <a:prstGeom prst="rect">
            <a:avLst/>
          </a:prstGeom>
          <a:solidFill>
            <a:srgbClr val="F4F4F4"/>
          </a:solidFill>
          <a:ln w="12700">
            <a:solidFill>
              <a:srgbClr val="002D9C"/>
            </a:solidFill>
            <a:prstDash val="solid"/>
          </a:ln>
        </p:spPr>
      </p:sp>
      <p:sp>
        <p:nvSpPr>
          <p:cNvPr id="14" name="80dad87f-a88d-4b7b-896f-cd7bc9fad2d8"/>
          <p:cNvSpPr/>
          <p:nvPr/>
        </p:nvSpPr>
        <p:spPr>
          <a:xfrm>
            <a:off x="6217920" y="14630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Share</a:t>
            </a:r>
            <a:endParaRPr lang="en-US" sz="1200" dirty="0"/>
          </a:p>
        </p:txBody>
      </p:sp>
      <p:sp>
        <p:nvSpPr>
          <p:cNvPr id="15" name="657f5dd5-a058-403e-9ced-b8f4603d52c9"/>
          <p:cNvSpPr/>
          <p:nvPr/>
        </p:nvSpPr>
        <p:spPr>
          <a:xfrm>
            <a:off x="6217920" y="182880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25%</a:t>
            </a:r>
            <a:endParaRPr lang="en-US" sz="2400" dirty="0"/>
          </a:p>
        </p:txBody>
      </p:sp>
      <p:sp>
        <p:nvSpPr>
          <p:cNvPr id="16" name="5ea60d96-4522-40e5-aad5-9da675175328"/>
          <p:cNvSpPr/>
          <p:nvPr/>
        </p:nvSpPr>
        <p:spPr>
          <a:xfrm>
            <a:off x="6217920" y="24688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Leading position in the cloud ERP market.</a:t>
            </a:r>
            <a:endParaRPr lang="en-US" sz="1000" dirty="0"/>
          </a:p>
        </p:txBody>
      </p:sp>
      <p:sp>
        <p:nvSpPr>
          <p:cNvPr id="17" name="e2793cf8-81e3-4426-8d76-9a5e1a6a40a6"/>
          <p:cNvSpPr/>
          <p:nvPr/>
        </p:nvSpPr>
        <p:spPr>
          <a:xfrm>
            <a:off x="6217920" y="28346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{TO_FILL}</a:t>
            </a:r>
            <a:endParaRPr lang="en-US" sz="900" dirty="0"/>
          </a:p>
        </p:txBody>
      </p:sp>
      <p:sp>
        <p:nvSpPr>
          <p:cNvPr id="18" name="7f9deb66-ec04-46c8-a52a-3eb2191095da"/>
          <p:cNvSpPr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solidFill>
            <a:srgbClr val="E8F5E9"/>
          </a:solidFill>
          <a:ln w="12700">
            <a:solidFill>
              <a:srgbClr val="24A148"/>
            </a:solidFill>
            <a:prstDash val="solid"/>
          </a:ln>
        </p:spPr>
      </p:sp>
      <p:sp>
        <p:nvSpPr>
          <p:cNvPr id="19" name="0265e759-2fe3-4968-923f-2f874defa835"/>
          <p:cNvSpPr/>
          <p:nvPr/>
        </p:nvSpPr>
        <p:spPr>
          <a:xfrm>
            <a:off x="548640" y="635508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4A1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📌 Evidence: RFI §2026-01-12T13-23-46-101Z_Welcome Packet for Cloud ERP Services, 2026[66].pdf - Page 20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564339878"/>
      </p:ext>
    </p:extLst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fcf3565-5f79-403f-b22f-7eece6618bb8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Studies Overview</a:t>
            </a:r>
            <a:endParaRPr lang="en-US" sz="2400" dirty="0"/>
          </a:p>
        </p:txBody>
      </p:sp>
      <p:sp>
        <p:nvSpPr>
          <p:cNvPr id="3" name="0f417e3e-a95c-4e6e-ac4b-3934e998c8b8"/>
          <p:cNvSpPr/>
          <p:nvPr/>
        </p:nvSpPr>
        <p:spPr>
          <a:xfrm>
            <a:off x="457200" y="1371600"/>
            <a:ext cx="3474720" cy="1463040"/>
          </a:xfrm>
          <a:prstGeom prst="rect">
            <a:avLst/>
          </a:prstGeom>
          <a:solidFill>
            <a:srgbClr val="F4F4F4"/>
          </a:solidFill>
          <a:ln w="12700">
            <a:solidFill>
              <a:srgbClr val="002D9C"/>
            </a:solidFill>
            <a:prstDash val="solid"/>
          </a:ln>
        </p:spPr>
      </p:sp>
      <p:sp>
        <p:nvSpPr>
          <p:cNvPr id="4" name="6320e2f2-eefd-4c0c-a1c4-8e707293c15b"/>
          <p:cNvSpPr/>
          <p:nvPr/>
        </p:nvSpPr>
        <p:spPr>
          <a:xfrm>
            <a:off x="548640" y="141732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{TO_FILL}</a:t>
            </a:r>
            <a:endParaRPr lang="en-US" sz="1200" dirty="0"/>
          </a:p>
        </p:txBody>
      </p:sp>
      <p:sp>
        <p:nvSpPr>
          <p:cNvPr id="5" name="811345f2-993a-4e86-8555-8164c1d0efaf"/>
          <p:cNvSpPr/>
          <p:nvPr/>
        </p:nvSpPr>
        <p:spPr>
          <a:xfrm>
            <a:off x="548640" y="1737360"/>
            <a:ext cx="3291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case: {TO_FILL}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Industry/Region: {TO_FILL} / {TO_FILL}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Outcome: {TO_FILL} ({TO_FILL})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Reference: {TO_FILL}</a:t>
            </a:r>
            <a:endParaRPr lang="en-US" sz="1000" dirty="0"/>
          </a:p>
        </p:txBody>
      </p:sp>
      <p:sp>
        <p:nvSpPr>
          <p:cNvPr id="6" name="721ccc9a-91b7-49ad-a9df-2f59dda89df7"/>
          <p:cNvSpPr/>
          <p:nvPr/>
        </p:nvSpPr>
        <p:spPr>
          <a:xfrm>
            <a:off x="4480560" y="1371600"/>
            <a:ext cx="3474720" cy="1463040"/>
          </a:xfrm>
          <a:prstGeom prst="rect">
            <a:avLst/>
          </a:prstGeom>
          <a:solidFill>
            <a:srgbClr val="F4F4F4"/>
          </a:solidFill>
          <a:ln w="12700">
            <a:solidFill>
              <a:srgbClr val="002D9C"/>
            </a:solidFill>
            <a:prstDash val="solid"/>
          </a:ln>
        </p:spPr>
      </p:sp>
      <p:sp>
        <p:nvSpPr>
          <p:cNvPr id="7" name="eb8fcd30-6312-42d4-abf9-19981fb2c772"/>
          <p:cNvSpPr/>
          <p:nvPr/>
        </p:nvSpPr>
        <p:spPr>
          <a:xfrm>
            <a:off x="4572000" y="141732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{TO_FILL}</a:t>
            </a:r>
            <a:endParaRPr lang="en-US" sz="1200" dirty="0"/>
          </a:p>
        </p:txBody>
      </p:sp>
      <p:sp>
        <p:nvSpPr>
          <p:cNvPr id="8" name="b89c5704-c08a-4a17-8770-4659e9437e3d"/>
          <p:cNvSpPr/>
          <p:nvPr/>
        </p:nvSpPr>
        <p:spPr>
          <a:xfrm>
            <a:off x="4572000" y="1737360"/>
            <a:ext cx="3291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case: {TO_FILL}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Industry/Region: {TO_FILL} / {TO_FILL}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Outcome: {TO_FILL} ({TO_FILL})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Reference: {TO_FILL}</a:t>
            </a:r>
            <a:endParaRPr lang="en-US" sz="1000" dirty="0"/>
          </a:p>
        </p:txBody>
      </p:sp>
      <p:sp>
        <p:nvSpPr>
          <p:cNvPr id="9" name="db34734e-7e51-47dc-ad63-74507655609b"/>
          <p:cNvSpPr/>
          <p:nvPr/>
        </p:nvSpPr>
        <p:spPr>
          <a:xfrm>
            <a:off x="457200" y="3017520"/>
            <a:ext cx="3474720" cy="1463040"/>
          </a:xfrm>
          <a:prstGeom prst="rect">
            <a:avLst/>
          </a:prstGeom>
          <a:solidFill>
            <a:srgbClr val="F4F4F4"/>
          </a:solidFill>
          <a:ln w="12700">
            <a:solidFill>
              <a:srgbClr val="002D9C"/>
            </a:solidFill>
            <a:prstDash val="solid"/>
          </a:ln>
        </p:spPr>
      </p:sp>
      <p:sp>
        <p:nvSpPr>
          <p:cNvPr id="10" name="0f2cc658-7a2c-45c9-b9a5-4730aecb9090"/>
          <p:cNvSpPr/>
          <p:nvPr/>
        </p:nvSpPr>
        <p:spPr>
          <a:xfrm>
            <a:off x="548640" y="306324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{TO_FILL}</a:t>
            </a:r>
            <a:endParaRPr lang="en-US" sz="1200" dirty="0"/>
          </a:p>
        </p:txBody>
      </p:sp>
      <p:sp>
        <p:nvSpPr>
          <p:cNvPr id="11" name="4b2bc550-4950-40e8-a53b-c41e784a79a2"/>
          <p:cNvSpPr/>
          <p:nvPr/>
        </p:nvSpPr>
        <p:spPr>
          <a:xfrm>
            <a:off x="548640" y="3383280"/>
            <a:ext cx="3291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case: {TO_FILL}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Industry/Region: {TO_FILL} / {TO_FILL}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Outcome: {TO_FILL} ({TO_FILL})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Reference: {TO_FILL}</a:t>
            </a:r>
            <a:endParaRPr lang="en-US" sz="1000" dirty="0"/>
          </a:p>
        </p:txBody>
      </p:sp>
      <p:sp>
        <p:nvSpPr>
          <p:cNvPr id="12" name="e62456c9-e7b5-4eff-94f4-e80a704daff0"/>
          <p:cNvSpPr/>
          <p:nvPr/>
        </p:nvSpPr>
        <p:spPr>
          <a:xfrm>
            <a:off x="4480560" y="3017520"/>
            <a:ext cx="3474720" cy="1463040"/>
          </a:xfrm>
          <a:prstGeom prst="rect">
            <a:avLst/>
          </a:prstGeom>
          <a:solidFill>
            <a:srgbClr val="F4F4F4"/>
          </a:solidFill>
          <a:ln w="12700">
            <a:solidFill>
              <a:srgbClr val="002D9C"/>
            </a:solidFill>
            <a:prstDash val="solid"/>
          </a:ln>
        </p:spPr>
      </p:sp>
      <p:sp>
        <p:nvSpPr>
          <p:cNvPr id="13" name="bff857a5-8162-4107-a066-a874b30232a8"/>
          <p:cNvSpPr/>
          <p:nvPr/>
        </p:nvSpPr>
        <p:spPr>
          <a:xfrm>
            <a:off x="4572000" y="306324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{TO_FILL}</a:t>
            </a:r>
            <a:endParaRPr lang="en-US" sz="1200" dirty="0"/>
          </a:p>
        </p:txBody>
      </p:sp>
      <p:sp>
        <p:nvSpPr>
          <p:cNvPr id="14" name="28c13aff-31cb-4e09-acee-455f9037dc2c"/>
          <p:cNvSpPr/>
          <p:nvPr/>
        </p:nvSpPr>
        <p:spPr>
          <a:xfrm>
            <a:off x="4572000" y="3383280"/>
            <a:ext cx="3291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case: {TO_FILL}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Industry/Region: {TO_FILL} / {TO_FILL}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Outcome: {TO_FILL} ({TO_FILL})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Reference: {TO_FILL}</a:t>
            </a:r>
            <a:endParaRPr lang="en-US" sz="1000" dirty="0"/>
          </a:p>
        </p:txBody>
      </p:sp>
      <p:sp>
        <p:nvSpPr>
          <p:cNvPr id="15" name="3270d79d-c43e-4a31-b7cf-820627196bd2"/>
          <p:cNvSpPr/>
          <p:nvPr/>
        </p:nvSpPr>
        <p:spPr>
          <a:xfrm>
            <a:off x="2468880" y="4663440"/>
            <a:ext cx="3474720" cy="1463040"/>
          </a:xfrm>
          <a:prstGeom prst="rect">
            <a:avLst/>
          </a:prstGeom>
          <a:solidFill>
            <a:srgbClr val="F4F4F4"/>
          </a:solidFill>
          <a:ln w="12700">
            <a:solidFill>
              <a:srgbClr val="002D9C"/>
            </a:solidFill>
            <a:prstDash val="solid"/>
          </a:ln>
        </p:spPr>
      </p:sp>
      <p:sp>
        <p:nvSpPr>
          <p:cNvPr id="16" name="03ccbb8a-f904-4750-8208-05c5156d0dcb"/>
          <p:cNvSpPr/>
          <p:nvPr/>
        </p:nvSpPr>
        <p:spPr>
          <a:xfrm>
            <a:off x="2560320" y="470916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{TO_FILL}</a:t>
            </a:r>
            <a:endParaRPr lang="en-US" sz="1200" dirty="0"/>
          </a:p>
        </p:txBody>
      </p:sp>
      <p:sp>
        <p:nvSpPr>
          <p:cNvPr id="17" name="97e2054e-0c67-4096-8f44-ed18e07b67ef"/>
          <p:cNvSpPr/>
          <p:nvPr/>
        </p:nvSpPr>
        <p:spPr>
          <a:xfrm>
            <a:off x="2560320" y="5029200"/>
            <a:ext cx="3291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case: {TO_FILL}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Industry/Region: {TO_FILL} / {TO_FILL}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Outcome: {TO_FILL} ({TO_FILL})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Reference: {TO_FILL}</a:t>
            </a:r>
            <a:endParaRPr lang="en-US" sz="1000" dirty="0"/>
          </a:p>
        </p:txBody>
      </p:sp>
      <p:sp>
        <p:nvSpPr>
          <p:cNvPr id="18" name="4a0f342d-dffa-43da-86a6-667c4757f140"/>
          <p:cNvSpPr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solidFill>
            <a:srgbClr val="E8F5E9"/>
          </a:solidFill>
          <a:ln w="12700">
            <a:solidFill>
              <a:srgbClr val="24A148"/>
            </a:solidFill>
            <a:prstDash val="solid"/>
          </a:ln>
        </p:spPr>
      </p:sp>
      <p:sp>
        <p:nvSpPr>
          <p:cNvPr id="19" name="b3750803-8bc8-4e80-8824-df1cbdbf8bfb"/>
          <p:cNvSpPr/>
          <p:nvPr/>
        </p:nvSpPr>
        <p:spPr>
          <a:xfrm>
            <a:off x="548640" y="635508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4A1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📌 Evidence: {TO_FILL}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564339878"/>
      </p:ext>
    </p:extLst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1bc16b8-8e26-4daf-b59f-543d27321997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{TO_FILL}</a:t>
            </a:r>
            <a:endParaRPr lang="en-US" sz="2400" dirty="0"/>
          </a:p>
        </p:txBody>
      </p:sp>
      <p:sp>
        <p:nvSpPr>
          <p:cNvPr id="3" name="a92cc7e5-c4f1-4410-a407-84def97fd7f4"/>
          <p:cNvSpPr/>
          <p:nvPr/>
        </p:nvSpPr>
        <p:spPr>
          <a:xfrm>
            <a:off x="457200" y="1280160"/>
            <a:ext cx="82296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case: {TO_FILL}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Industry/Region: {TO_FILL} / {TO_FILL}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Challenge: {TO_FILL}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Approach: {TO_FILL}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Capabilities/IP: {TO_FILL}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Outcomes: {TO_FILL} ({TO_FILL})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Reference: {TO_FILL}</a:t>
            </a:r>
            <a:endParaRPr lang="en-US" sz="1200" dirty="0"/>
          </a:p>
        </p:txBody>
      </p:sp>
      <p:sp>
        <p:nvSpPr>
          <p:cNvPr id="4" name="d9a5da96-73cb-4ccb-aaae-b2feefbe8581"/>
          <p:cNvSpPr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solidFill>
            <a:srgbClr val="E8F5E9"/>
          </a:solidFill>
          <a:ln w="12700">
            <a:solidFill>
              <a:srgbClr val="24A148"/>
            </a:solidFill>
            <a:prstDash val="solid"/>
          </a:ln>
        </p:spPr>
      </p:sp>
      <p:sp>
        <p:nvSpPr>
          <p:cNvPr id="5" name="967ded89-32c0-4300-a653-95b417f635e6"/>
          <p:cNvSpPr/>
          <p:nvPr/>
        </p:nvSpPr>
        <p:spPr>
          <a:xfrm>
            <a:off x="548640" y="635508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4A1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📌 Evidence: {TO_FILL}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564339878"/>
      </p:ext>
    </p:extLst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8921d085-6096-4625-a2f6-fffbe327937b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{TO_FILL}</a:t>
            </a:r>
            <a:endParaRPr lang="en-US" sz="2400" dirty="0"/>
          </a:p>
        </p:txBody>
      </p:sp>
      <p:sp>
        <p:nvSpPr>
          <p:cNvPr id="3" name="3189cb7c-be37-4c5c-b77c-7410b1b7976b"/>
          <p:cNvSpPr/>
          <p:nvPr/>
        </p:nvSpPr>
        <p:spPr>
          <a:xfrm>
            <a:off x="457200" y="1280160"/>
            <a:ext cx="82296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case: {TO_FILL}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Industry/Region: {TO_FILL} / {TO_FILL}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Challenge: {TO_FILL}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Approach: {TO_FILL}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Capabilities/IP: {TO_FILL}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Outcomes: {TO_FILL} ({TO_FILL})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Reference: {TO_FILL}</a:t>
            </a:r>
            <a:endParaRPr lang="en-US" sz="1200" dirty="0"/>
          </a:p>
        </p:txBody>
      </p:sp>
      <p:sp>
        <p:nvSpPr>
          <p:cNvPr id="4" name="110ee89b-4bfc-473a-8b7c-3c095d90cb58"/>
          <p:cNvSpPr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solidFill>
            <a:srgbClr val="E8F5E9"/>
          </a:solidFill>
          <a:ln w="12700">
            <a:solidFill>
              <a:srgbClr val="24A148"/>
            </a:solidFill>
            <a:prstDash val="solid"/>
          </a:ln>
        </p:spPr>
      </p:sp>
      <p:sp>
        <p:nvSpPr>
          <p:cNvPr id="5" name="8b80da4a-e5ec-46e3-ad45-76aa48eb0169"/>
          <p:cNvSpPr/>
          <p:nvPr/>
        </p:nvSpPr>
        <p:spPr>
          <a:xfrm>
            <a:off x="548640" y="635508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4A1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📌 Evidence: {TO_FILL}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564339878"/>
      </p:ext>
    </p:extLst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9a8a7465-a5ce-4d62-865e-cdeffadfb886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{TO_FILL}</a:t>
            </a:r>
            <a:endParaRPr lang="en-US" sz="2400" dirty="0"/>
          </a:p>
        </p:txBody>
      </p:sp>
      <p:sp>
        <p:nvSpPr>
          <p:cNvPr id="3" name="2eab240d-24e1-4796-b676-e68865416589"/>
          <p:cNvSpPr/>
          <p:nvPr/>
        </p:nvSpPr>
        <p:spPr>
          <a:xfrm>
            <a:off x="457200" y="1280160"/>
            <a:ext cx="82296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case: {TO_FILL}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Industry/Region: {TO_FILL} / {TO_FILL}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Challenge: {TO_FILL}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Approach: {TO_FILL}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Capabilities/IP: {TO_FILL}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Outcomes: {TO_FILL} ({TO_FILL})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Reference: {TO_FILL}</a:t>
            </a:r>
            <a:endParaRPr lang="en-US" sz="1200" dirty="0"/>
          </a:p>
        </p:txBody>
      </p:sp>
      <p:sp>
        <p:nvSpPr>
          <p:cNvPr id="4" name="055293dc-4173-4d38-9b40-39dd121aa6ec"/>
          <p:cNvSpPr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solidFill>
            <a:srgbClr val="E8F5E9"/>
          </a:solidFill>
          <a:ln w="12700">
            <a:solidFill>
              <a:srgbClr val="24A148"/>
            </a:solidFill>
            <a:prstDash val="solid"/>
          </a:ln>
        </p:spPr>
      </p:sp>
      <p:sp>
        <p:nvSpPr>
          <p:cNvPr id="5" name="f644a952-293b-4961-b83d-d0a67b584cb3"/>
          <p:cNvSpPr/>
          <p:nvPr/>
        </p:nvSpPr>
        <p:spPr>
          <a:xfrm>
            <a:off x="548640" y="635508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4A1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📌 Evidence: {TO_FILL}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564339878"/>
      </p:ext>
    </p:extLst>
  </p:cSld>
  <p:clrMapOvr>
    <a:masterClrMapping/>
  </p:clrMapOvr>
  <p:transition spd="med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3c05db22-0a97-44f6-9ee9-7c589b7daea2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{TO_FILL}</a:t>
            </a:r>
            <a:endParaRPr lang="en-US" sz="2400" dirty="0"/>
          </a:p>
        </p:txBody>
      </p:sp>
      <p:sp>
        <p:nvSpPr>
          <p:cNvPr id="3" name="658d73a1-9525-4f0c-8a65-cf9acdb428e8"/>
          <p:cNvSpPr/>
          <p:nvPr/>
        </p:nvSpPr>
        <p:spPr>
          <a:xfrm>
            <a:off x="457200" y="1280160"/>
            <a:ext cx="82296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case: {TO_FILL}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Industry/Region: {TO_FILL} / {TO_FILL}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Challenge: {TO_FILL}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Approach: {TO_FILL}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Capabilities/IP: {TO_FILL}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Outcomes: {TO_FILL} ({TO_FILL})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Reference: {TO_FILL}</a:t>
            </a:r>
            <a:endParaRPr lang="en-US" sz="1200" dirty="0"/>
          </a:p>
        </p:txBody>
      </p:sp>
      <p:sp>
        <p:nvSpPr>
          <p:cNvPr id="4" name="69b77765-b7c1-4d59-a474-af90b9a63504"/>
          <p:cNvSpPr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solidFill>
            <a:srgbClr val="E8F5E9"/>
          </a:solidFill>
          <a:ln w="12700">
            <a:solidFill>
              <a:srgbClr val="24A148"/>
            </a:solidFill>
            <a:prstDash val="solid"/>
          </a:ln>
        </p:spPr>
      </p:sp>
      <p:sp>
        <p:nvSpPr>
          <p:cNvPr id="5" name="b1f093a7-9639-4f20-9024-a55f9882d468"/>
          <p:cNvSpPr/>
          <p:nvPr/>
        </p:nvSpPr>
        <p:spPr>
          <a:xfrm>
            <a:off x="548640" y="635508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4A1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📌 Evidence: {TO_FILL}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564339878"/>
      </p:ext>
    </p:extLst>
  </p:cSld>
  <p:clrMapOvr>
    <a:masterClrMapping/>
  </p:clrMapOvr>
  <p:transition spd="med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9ea78627-7099-4fd8-ba65-446e4aa1a76e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{TO_FILL}</a:t>
            </a:r>
            <a:endParaRPr lang="en-US" sz="2400" dirty="0"/>
          </a:p>
        </p:txBody>
      </p:sp>
      <p:sp>
        <p:nvSpPr>
          <p:cNvPr id="3" name="59da568c-5a6d-493a-9ad9-faa52ac832ef"/>
          <p:cNvSpPr/>
          <p:nvPr/>
        </p:nvSpPr>
        <p:spPr>
          <a:xfrm>
            <a:off x="457200" y="1280160"/>
            <a:ext cx="82296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case: {TO_FILL}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Industry/Region: {TO_FILL} / {TO_FILL}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Challenge: {TO_FILL}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Approach: {TO_FILL}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Capabilities/IP: {TO_FILL}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Outcomes: {TO_FILL} ({TO_FILL})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Reference: {TO_FILL}</a:t>
            </a:r>
            <a:endParaRPr lang="en-US" sz="1200" dirty="0"/>
          </a:p>
        </p:txBody>
      </p:sp>
      <p:sp>
        <p:nvSpPr>
          <p:cNvPr id="4" name="7d317a0c-bd20-4d73-857a-6a1ddf8c7bbe"/>
          <p:cNvSpPr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solidFill>
            <a:srgbClr val="E8F5E9"/>
          </a:solidFill>
          <a:ln w="12700">
            <a:solidFill>
              <a:srgbClr val="24A148"/>
            </a:solidFill>
            <a:prstDash val="solid"/>
          </a:ln>
        </p:spPr>
      </p:sp>
      <p:sp>
        <p:nvSpPr>
          <p:cNvPr id="5" name="bf57f018-43f5-4dc5-8b9a-6f884c5d532f"/>
          <p:cNvSpPr/>
          <p:nvPr/>
        </p:nvSpPr>
        <p:spPr>
          <a:xfrm>
            <a:off x="548640" y="635508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4A1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📌 Evidence: {TO_FILL}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564339878"/>
      </p:ext>
    </p:extLst>
  </p:cSld>
  <p:clrMapOvr>
    <a:masterClrMapping/>
  </p:clrMapOvr>
  <p:transition spd="med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94aa959-4a91-462f-9764-742de517729f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Capability vs Proof</a:t>
            </a:r>
            <a:endParaRPr lang="en-US" sz="2400" dirty="0"/>
          </a:p>
        </p:txBody>
      </p:sp>
      <p:sp>
        <p:nvSpPr>
          <p:cNvPr id="3" name="912020c6-6964-411d-bbaf-0be91abd06be"/>
          <p:cNvSpPr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IBM's Cloud ERP Features</a:t>
            </a:r>
            <a:endParaRPr lang="en-US" sz="1200" dirty="0"/>
          </a:p>
        </p:txBody>
      </p:sp>
      <p:sp>
        <p:nvSpPr>
          <p:cNvPr id="4" name="40f953b2-0fbf-4777-ab5b-de34e4415cac"/>
          <p:cNvSpPr/>
          <p:nvPr/>
        </p:nvSpPr>
        <p:spPr>
          <a:xfrm>
            <a:off x="457200" y="1645920"/>
            <a:ext cx="402336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lnSpc>
                <a:spcPts val="2400"/>
              </a:lnSpc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 structure not recognized</a:t>
            </a:r>
            <a:endParaRPr lang="en-US" sz="1400" dirty="0"/>
          </a:p>
        </p:txBody>
      </p:sp>
      <p:sp>
        <p:nvSpPr>
          <p:cNvPr id="5" name="86fb8874-6b75-4375-a359-bd3c7a7a67ef"/>
          <p:cNvSpPr/>
          <p:nvPr/>
        </p:nvSpPr>
        <p:spPr>
          <a:xfrm>
            <a:off x="4572000" y="1645920"/>
            <a:ext cx="402336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lnSpc>
                <a:spcPts val="2400"/>
              </a:lnSpc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Please check slide data</a:t>
            </a:r>
            <a:endParaRPr lang="en-US" sz="1400" dirty="0"/>
          </a:p>
        </p:txBody>
      </p:sp>
      <p:sp>
        <p:nvSpPr>
          <p:cNvPr id="6" name="60ac15c1-ba2d-4de4-a97c-36703eea2076"/>
          <p:cNvSpPr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solidFill>
            <a:srgbClr val="E8F5E9"/>
          </a:solidFill>
          <a:ln w="12700">
            <a:solidFill>
              <a:srgbClr val="24A148"/>
            </a:solidFill>
            <a:prstDash val="solid"/>
          </a:ln>
        </p:spPr>
      </p:sp>
      <p:sp>
        <p:nvSpPr>
          <p:cNvPr id="7" name="f1e9602e-e27a-4060-92bf-b805737717aa"/>
          <p:cNvSpPr/>
          <p:nvPr/>
        </p:nvSpPr>
        <p:spPr>
          <a:xfrm>
            <a:off x="548640" y="635508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4A1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📌 Evidence: {TO_FILL}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564339878"/>
      </p:ext>
    </p:extLst>
  </p:cSld>
  <p:clrMapOvr>
    <a:masterClrMapping/>
  </p:clrMapOvr>
  <p:transition spd="med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56e0ad7e-3220-495e-b54a-cf77e432bd53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IBM's Cloud ERP Roadmap</a:t>
            </a:r>
            <a:endParaRPr lang="en-US" sz="2400" dirty="0"/>
          </a:p>
        </p:txBody>
      </p:sp>
      <p:sp>
        <p:nvSpPr>
          <p:cNvPr id="3" name="ccf7159f-2890-454d-b317-9628ca687d0a"/>
          <p:cNvSpPr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Initiatives and Outcomes</a:t>
            </a:r>
            <a:endParaRPr lang="en-US" sz="1200" dirty="0"/>
          </a:p>
        </p:txBody>
      </p:sp>
      <p:sp>
        <p:nvSpPr>
          <p:cNvPr id="4" name="e8ee9150-b373-48ef-80be-de691f8c6546"/>
          <p:cNvSpPr/>
          <p:nvPr/>
        </p:nvSpPr>
        <p:spPr>
          <a:xfrm>
            <a:off x="457200" y="1645920"/>
            <a:ext cx="402336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lnSpc>
                <a:spcPts val="2400"/>
              </a:lnSpc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 structure not recognized</a:t>
            </a:r>
            <a:endParaRPr lang="en-US" sz="1400" dirty="0"/>
          </a:p>
        </p:txBody>
      </p:sp>
      <p:sp>
        <p:nvSpPr>
          <p:cNvPr id="5" name="b7dd01ed-5d74-4144-81b2-e0e26496ee7b"/>
          <p:cNvSpPr/>
          <p:nvPr/>
        </p:nvSpPr>
        <p:spPr>
          <a:xfrm>
            <a:off x="4572000" y="1645920"/>
            <a:ext cx="402336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lnSpc>
                <a:spcPts val="2400"/>
              </a:lnSpc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Please check slide data</a:t>
            </a:r>
            <a:endParaRPr lang="en-US" sz="1400" dirty="0"/>
          </a:p>
        </p:txBody>
      </p:sp>
      <p:sp>
        <p:nvSpPr>
          <p:cNvPr id="6" name="7529212a-a822-4c1c-a9c2-cc57ff8a7414"/>
          <p:cNvSpPr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solidFill>
            <a:srgbClr val="E8F5E9"/>
          </a:solidFill>
          <a:ln w="12700">
            <a:solidFill>
              <a:srgbClr val="24A148"/>
            </a:solidFill>
            <a:prstDash val="solid"/>
          </a:ln>
        </p:spPr>
      </p:sp>
      <p:sp>
        <p:nvSpPr>
          <p:cNvPr id="7" name="1cd8bf3d-7359-42d0-8a8e-85a58a8072e8"/>
          <p:cNvSpPr/>
          <p:nvPr/>
        </p:nvSpPr>
        <p:spPr>
          <a:xfrm>
            <a:off x="548640" y="635508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4A1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📌 Evidence: {TO_FILL}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564339878"/>
      </p:ext>
    </p:extLst>
  </p:cSld>
  <p:clrMapOvr>
    <a:masterClrMapping/>
  </p:clrMapOvr>
  <p:transition spd="med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6eedef6-b8d1-4904-b3ad-5c919dfd1518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Management in Cloud ERP</a:t>
            </a:r>
            <a:endParaRPr lang="en-US" sz="2400" dirty="0"/>
          </a:p>
        </p:txBody>
      </p:sp>
      <p:sp>
        <p:nvSpPr>
          <p:cNvPr id="3" name="145ca1c4-579f-4cbf-a823-90f2793378ed"/>
          <p:cNvSpPr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Identifying and Mitigating Risks</a:t>
            </a:r>
            <a:endParaRPr lang="en-US" sz="1200" dirty="0"/>
          </a:p>
        </p:txBody>
      </p:sp>
      <p:sp>
        <p:nvSpPr>
          <p:cNvPr id="4" name="9690c8a2-e4cc-4d81-a3c3-4a0b1b332116"/>
          <p:cNvSpPr/>
          <p:nvPr/>
        </p:nvSpPr>
        <p:spPr>
          <a:xfrm>
            <a:off x="457200" y="1645920"/>
            <a:ext cx="402336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lnSpc>
                <a:spcPts val="2400"/>
              </a:lnSpc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 structure not recognized</a:t>
            </a:r>
            <a:endParaRPr lang="en-US" sz="1400" dirty="0"/>
          </a:p>
        </p:txBody>
      </p:sp>
      <p:sp>
        <p:nvSpPr>
          <p:cNvPr id="5" name="3026627c-5e80-4e40-a488-06728e396238"/>
          <p:cNvSpPr/>
          <p:nvPr/>
        </p:nvSpPr>
        <p:spPr>
          <a:xfrm>
            <a:off x="4572000" y="1645920"/>
            <a:ext cx="402336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lnSpc>
                <a:spcPts val="2400"/>
              </a:lnSpc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Please check slide data</a:t>
            </a:r>
            <a:endParaRPr lang="en-US" sz="1400" dirty="0"/>
          </a:p>
        </p:txBody>
      </p:sp>
      <p:sp>
        <p:nvSpPr>
          <p:cNvPr id="6" name="c6b78be9-75f4-4f7d-be4f-4eabcc9d60bf"/>
          <p:cNvSpPr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solidFill>
            <a:srgbClr val="E8F5E9"/>
          </a:solidFill>
          <a:ln w="12700">
            <a:solidFill>
              <a:srgbClr val="24A148"/>
            </a:solidFill>
            <a:prstDash val="solid"/>
          </a:ln>
        </p:spPr>
      </p:sp>
      <p:sp>
        <p:nvSpPr>
          <p:cNvPr id="7" name="f85fcdbc-67e7-434b-9182-8c3a1df38d0e"/>
          <p:cNvSpPr/>
          <p:nvPr/>
        </p:nvSpPr>
        <p:spPr>
          <a:xfrm>
            <a:off x="548640" y="635508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4A1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📌 Evidence: {TO_FILL}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564339878"/>
      </p:ext>
    </p:extLst>
  </p:cSld>
  <p:clrMapOvr>
    <a:masterClrMapping/>
  </p:clrMapOvr>
  <p:transition spd="med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6eeeb45-0fe9-4804-b6e2-e7e3d1c66be3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IBM's Partner Ecosystem</a:t>
            </a:r>
            <a:endParaRPr lang="en-US" sz="2400" dirty="0"/>
          </a:p>
        </p:txBody>
      </p:sp>
      <p:sp>
        <p:nvSpPr>
          <p:cNvPr id="3" name="a081fdfe-3788-41a8-a7c3-536c18ab28dc"/>
          <p:cNvSpPr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Collaborative Network for Cloud ERP Success</a:t>
            </a:r>
            <a:endParaRPr lang="en-US" sz="1200" dirty="0"/>
          </a:p>
        </p:txBody>
      </p:sp>
      <p:sp>
        <p:nvSpPr>
          <p:cNvPr id="4" name="99a5f121-3f0f-424a-91ae-4fdb0a5d1f53"/>
          <p:cNvSpPr/>
          <p:nvPr/>
        </p:nvSpPr>
        <p:spPr>
          <a:xfrm>
            <a:off x="457200" y="1645920"/>
            <a:ext cx="402336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lnSpc>
                <a:spcPts val="2400"/>
              </a:lnSpc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 structure not recognized</a:t>
            </a:r>
            <a:endParaRPr lang="en-US" sz="1400" dirty="0"/>
          </a:p>
        </p:txBody>
      </p:sp>
      <p:sp>
        <p:nvSpPr>
          <p:cNvPr id="5" name="096dc5c0-b75c-4861-a210-932d2e6c5ac3"/>
          <p:cNvSpPr/>
          <p:nvPr/>
        </p:nvSpPr>
        <p:spPr>
          <a:xfrm>
            <a:off x="4572000" y="1645920"/>
            <a:ext cx="402336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lnSpc>
                <a:spcPts val="2400"/>
              </a:lnSpc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Please check slide data</a:t>
            </a:r>
            <a:endParaRPr lang="en-US" sz="1400" dirty="0"/>
          </a:p>
        </p:txBody>
      </p:sp>
      <p:sp>
        <p:nvSpPr>
          <p:cNvPr id="6" name="61f3caa2-c22e-4940-9591-8026f71b269e"/>
          <p:cNvSpPr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solidFill>
            <a:srgbClr val="E8F5E9"/>
          </a:solidFill>
          <a:ln w="12700">
            <a:solidFill>
              <a:srgbClr val="24A148"/>
            </a:solidFill>
            <a:prstDash val="solid"/>
          </a:ln>
        </p:spPr>
      </p:sp>
      <p:sp>
        <p:nvSpPr>
          <p:cNvPr id="7" name="61fce48e-33e6-494d-aef9-347d3ad7271e"/>
          <p:cNvSpPr/>
          <p:nvPr/>
        </p:nvSpPr>
        <p:spPr>
          <a:xfrm>
            <a:off x="548640" y="635508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4A1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📌 Evidence: {TO_FILL}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564339878"/>
      </p:ext>
    </p:extLst>
  </p:cSld>
  <p:clrMapOvr>
    <a:masterClrMapping/>
  </p:clrMapOvr>
  <p:transition spd="med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08d0c7e9-f872-4664-9087-a7aaf9f3d8a5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Q&amp;A Session</a:t>
            </a:r>
            <a:endParaRPr lang="en-US" sz="2400" dirty="0"/>
          </a:p>
        </p:txBody>
      </p:sp>
      <p:sp>
        <p:nvSpPr>
          <p:cNvPr id="3" name="d3a62c27-010f-493f-9256-d7499aece0a5"/>
          <p:cNvSpPr/>
          <p:nvPr/>
        </p:nvSpPr>
        <p:spPr>
          <a:xfrm>
            <a:off x="457200" y="1188720"/>
            <a:ext cx="822960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How does IBM ensure data security in cloud ERP?</a:t>
            </a:r>
            <a:endParaRPr lang="en-US" sz="1200" dirty="0"/>
          </a:p>
          <a:p>
            <a:pPr algn="l"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{TO_FILL}</a:t>
            </a:r>
            <a:endParaRPr lang="en-US" sz="1200" dirty="0"/>
          </a:p>
          <a:p>
            <a:pPr algn="l"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What differentiates IBM's cloud ERP services from competitors?</a:t>
            </a:r>
            <a:endParaRPr lang="en-US" sz="1200" dirty="0"/>
          </a:p>
          <a:p>
            <a:pPr algn="l"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{TO_FILL}</a:t>
            </a:r>
            <a:endParaRPr lang="en-US" sz="1200" dirty="0"/>
          </a:p>
          <a:p>
            <a:pPr algn="l"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Can you provide examples of successful ERP implementations?</a:t>
            </a:r>
            <a:endParaRPr lang="en-US" sz="1200" dirty="0"/>
          </a:p>
          <a:p>
            <a:pPr algn="l"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{TO_FILL}</a:t>
            </a:r>
            <a:endParaRPr lang="en-US" sz="1200" dirty="0"/>
          </a:p>
        </p:txBody>
      </p:sp>
      <p:sp>
        <p:nvSpPr>
          <p:cNvPr id="4" name="e0280db7-ca21-49da-8062-e6726bd6ae27"/>
          <p:cNvSpPr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solidFill>
            <a:srgbClr val="E8F5E9"/>
          </a:solidFill>
          <a:ln w="12700">
            <a:solidFill>
              <a:srgbClr val="24A148"/>
            </a:solidFill>
            <a:prstDash val="solid"/>
          </a:ln>
        </p:spPr>
      </p:sp>
      <p:sp>
        <p:nvSpPr>
          <p:cNvPr id="5" name="05d49153-49f1-4641-994c-663ff48d1ee9"/>
          <p:cNvSpPr/>
          <p:nvPr/>
        </p:nvSpPr>
        <p:spPr>
          <a:xfrm>
            <a:off x="548640" y="635508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4A1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📌 Evidence: {TO_FILL}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564339878"/>
      </p:ext>
    </p:extLst>
  </p:cSld>
  <p:clrMapOvr>
    <a:masterClrMapping/>
  </p:clrMapOvr>
  <p:transition spd="med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7a78f60-331c-4d3a-b854-9057782aade8"/>
          <p:cNvSpPr/>
          <p:nvPr/>
        </p:nvSpPr>
        <p:spPr>
          <a:xfrm>
            <a:off x="457200" y="5486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Strategy</a:t>
            </a:r>
            <a:endParaRPr lang="en-US" sz="2800" dirty="0"/>
          </a:p>
        </p:txBody>
      </p:sp>
      <p:sp>
        <p:nvSpPr>
          <p:cNvPr id="3" name="311f5e72-d6fb-4e5a-83ba-1ba1492dc557"/>
          <p:cNvSpPr/>
          <p:nvPr/>
        </p:nvSpPr>
        <p:spPr>
          <a:xfrm>
            <a:off x="457200" y="182880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Roadmap</a:t>
            </a:r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Innovation Highlights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564339878"/>
      </p:ext>
    </p:extLst>
  </p:cSld>
  <p:clrMapOvr>
    <a:masterClrMapping/>
  </p:clrMapOvr>
  <p:transition spd="med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1e4c8ac-7966-4f68-8b11-1ea8c1a3c682"/>
          <p:cNvSpPr/>
          <p:nvPr/>
        </p:nvSpPr>
        <p:spPr>
          <a:xfrm>
            <a:off x="457200" y="5486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Introduction to IBM's Cloud ERP Product Strategy</a:t>
            </a:r>
            <a:endParaRPr lang="en-US" sz="2800" dirty="0"/>
          </a:p>
        </p:txBody>
      </p:sp>
      <p:sp>
        <p:nvSpPr>
          <p:cNvPr id="3" name="777a3112-17d9-4cbf-9429-0c82f4f9cc55"/>
          <p:cNvSpPr/>
          <p:nvPr/>
        </p:nvSpPr>
        <p:spPr>
          <a:xfrm>
            <a:off x="457200" y="1280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Highlighting Innovation and Roadmap</a:t>
            </a:r>
            <a:endParaRPr lang="en-US" sz="1400" dirty="0"/>
          </a:p>
        </p:txBody>
      </p:sp>
      <p:sp>
        <p:nvSpPr>
          <p:cNvPr id="4" name="ea6879ea-e2f9-46d3-8c1b-964088239666"/>
          <p:cNvSpPr/>
          <p:nvPr/>
        </p:nvSpPr>
        <p:spPr>
          <a:xfrm>
            <a:off x="457200" y="182880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IBM's Cloud ERP services are designed to integrate and evolve with businesses.</a:t>
            </a:r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Emphasizing robust execution and visionary strategy.</a:t>
            </a:r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Incorporating emerging technologies like GenAI and low-code solutions.</a:t>
            </a:r>
            <a:endParaRPr lang="en-US" sz="1600" dirty="0"/>
          </a:p>
        </p:txBody>
      </p:sp>
      <p:sp>
        <p:nvSpPr>
          <p:cNvPr id="5" name="bbb8bdc0-7457-436e-81dd-790dffcb855f"/>
          <p:cNvSpPr/>
          <p:nvPr/>
        </p:nvSpPr>
        <p:spPr>
          <a:xfrm>
            <a:off x="457200" y="5943600"/>
            <a:ext cx="8229600" cy="457200"/>
          </a:xfrm>
          <a:prstGeom prst="rect">
            <a:avLst/>
          </a:prstGeom>
          <a:solidFill>
            <a:srgbClr val="E8F5E9"/>
          </a:solidFill>
          <a:ln w="12700">
            <a:solidFill>
              <a:srgbClr val="24A148"/>
            </a:solidFill>
            <a:prstDash val="solid"/>
          </a:ln>
        </p:spPr>
      </p:sp>
      <p:sp>
        <p:nvSpPr>
          <p:cNvPr id="6" name="a189a8e1-992b-4f2c-893a-4c30634dcecd"/>
          <p:cNvSpPr/>
          <p:nvPr/>
        </p:nvSpPr>
        <p:spPr>
          <a:xfrm>
            <a:off x="548640" y="598932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4A1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📌 Evidence: RFI § Marketing Strategy L; Page 105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564339878"/>
      </p:ext>
    </p:extLst>
  </p:cSld>
  <p:clrMapOvr>
    <a:masterClrMapping/>
  </p:clrMapOvr>
  <p:transition spd="med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49e3ef7-9d6e-48e1-a4fa-1fb4dd36e20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IBM's Product Strategy Differentiators</a:t>
            </a:r>
            <a:endParaRPr lang="en-US" sz="2400" dirty="0"/>
          </a:p>
        </p:txBody>
      </p:sp>
      <p:sp>
        <p:nvSpPr>
          <p:cNvPr id="3" name="1198cc14-e431-4197-9c13-dd32321487a1"/>
          <p:cNvSpPr/>
          <p:nvPr/>
        </p:nvSpPr>
        <p:spPr>
          <a:xfrm>
            <a:off x="457200" y="1645920"/>
            <a:ext cx="402336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lnSpc>
                <a:spcPts val="2400"/>
              </a:lnSpc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differentiation through unique methodologies.</a:t>
            </a:r>
            <a:pPr algn="l" marL="342900" indent="-342900">
              <a:lnSpc>
                <a:spcPts val="2400"/>
              </a:lnSpc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 in critical capabilities.</a:t>
            </a:r>
            <a:pPr algn="l" marL="342900" indent="-342900">
              <a:lnSpc>
                <a:spcPts val="2400"/>
              </a:lnSpc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Proprietary IP delivering market value.</a:t>
            </a:r>
            <a:endParaRPr lang="en-US" sz="1400" dirty="0"/>
          </a:p>
        </p:txBody>
      </p:sp>
      <p:sp>
        <p:nvSpPr>
          <p:cNvPr id="4" name="69612296-1d52-4a67-9391-bc50971bacf6"/>
          <p:cNvSpPr/>
          <p:nvPr/>
        </p:nvSpPr>
        <p:spPr>
          <a:xfrm>
            <a:off x="4572000" y="1645920"/>
            <a:ext cx="402336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lnSpc>
                <a:spcPts val="2400"/>
              </a:lnSpc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Breadth and depth of product portfolio.</a:t>
            </a:r>
            <a:pPr algn="l" marL="342900" indent="-342900">
              <a:lnSpc>
                <a:spcPts val="2400"/>
              </a:lnSpc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delivery models enhancing customer experience.</a:t>
            </a:r>
            <a:pPr algn="l" marL="342900" indent="-342900">
              <a:lnSpc>
                <a:spcPts val="2400"/>
              </a:lnSpc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Focus on sustainability and long-term customer relationships.</a:t>
            </a:r>
            <a:endParaRPr lang="en-US" sz="1400" dirty="0"/>
          </a:p>
        </p:txBody>
      </p:sp>
      <p:sp>
        <p:nvSpPr>
          <p:cNvPr id="5" name="ada59827-50ea-474f-92bc-e95378b3de50"/>
          <p:cNvSpPr/>
          <p:nvPr/>
        </p:nvSpPr>
        <p:spPr>
          <a:xfrm>
            <a:off x="457200" y="5120640"/>
            <a:ext cx="2743200" cy="822960"/>
          </a:xfrm>
          <a:prstGeom prst="rect">
            <a:avLst/>
          </a:prstGeom>
          <a:solidFill>
            <a:srgbClr val="F4F4F4"/>
          </a:solidFill>
          <a:ln w="12700">
            <a:solidFill>
              <a:srgbClr val="002D9C"/>
            </a:solidFill>
            <a:prstDash val="solid"/>
          </a:ln>
        </p:spPr>
      </p:sp>
      <p:sp>
        <p:nvSpPr>
          <p:cNvPr id="6" name="5e89c7bb-88f2-4e45-8dd0-f460c64ffd99"/>
          <p:cNvSpPr/>
          <p:nvPr/>
        </p:nvSpPr>
        <p:spPr>
          <a:xfrm>
            <a:off x="548640" y="516636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Portfolio Breadth: Extensive</a:t>
            </a:r>
            <a:endParaRPr lang="en-US" sz="1200" dirty="0"/>
          </a:p>
        </p:txBody>
      </p:sp>
      <p:sp>
        <p:nvSpPr>
          <p:cNvPr id="7" name="45bdcb95-1695-479f-b7bc-d341b0b42445"/>
          <p:cNvSpPr/>
          <p:nvPr/>
        </p:nvSpPr>
        <p:spPr>
          <a:xfrm>
            <a:off x="548640" y="54864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Covers diverse industries</a:t>
            </a:r>
            <a:endParaRPr lang="en-US" sz="1000" dirty="0"/>
          </a:p>
        </p:txBody>
      </p:sp>
      <p:sp>
        <p:nvSpPr>
          <p:cNvPr id="8" name="d190f93f-ac32-4118-a2a4-a6f7e190b69a"/>
          <p:cNvSpPr/>
          <p:nvPr/>
        </p:nvSpPr>
        <p:spPr>
          <a:xfrm>
            <a:off x="548640" y="576072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RFI § Offering Strategy</a:t>
            </a:r>
            <a:endParaRPr lang="en-US" sz="900" dirty="0"/>
          </a:p>
        </p:txBody>
      </p:sp>
      <p:sp>
        <p:nvSpPr>
          <p:cNvPr id="9" name="7b51f6da-fdce-4e66-8632-12b84a8f94ad"/>
          <p:cNvSpPr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solidFill>
            <a:srgbClr val="E8F5E9"/>
          </a:solidFill>
          <a:ln w="12700">
            <a:solidFill>
              <a:srgbClr val="24A148"/>
            </a:solidFill>
            <a:prstDash val="solid"/>
          </a:ln>
        </p:spPr>
      </p:sp>
      <p:sp>
        <p:nvSpPr>
          <p:cNvPr id="10" name="e606e794-25b4-4908-a7ef-d27d9a3328fa"/>
          <p:cNvSpPr/>
          <p:nvPr/>
        </p:nvSpPr>
        <p:spPr>
          <a:xfrm>
            <a:off x="548640" y="635508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4A1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📌 Evidence: RFI § Offering Strategy; Page 17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564339878"/>
      </p:ext>
    </p:extLst>
  </p:cSld>
  <p:clrMapOvr>
    <a:masterClrMapping/>
  </p:clrMapOvr>
  <p:transition spd="med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f81a355-b962-4a72-975a-68606a0c75a5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Metrics of IBM's Cloud ERP Strategy</a:t>
            </a:r>
            <a:endParaRPr lang="en-US" sz="2400" dirty="0"/>
          </a:p>
        </p:txBody>
      </p:sp>
      <p:sp>
        <p:nvSpPr>
          <p:cNvPr id="3" name="de1ab9ee-6f14-4b03-81d4-3c2270afc0d7"/>
          <p:cNvSpPr/>
          <p:nvPr/>
        </p:nvSpPr>
        <p:spPr>
          <a:xfrm>
            <a:off x="457200" y="1371600"/>
            <a:ext cx="2743200" cy="1828800"/>
          </a:xfrm>
          <a:prstGeom prst="rect">
            <a:avLst/>
          </a:prstGeom>
          <a:solidFill>
            <a:srgbClr val="F4F4F4"/>
          </a:solidFill>
          <a:ln w="12700">
            <a:solidFill>
              <a:srgbClr val="002D9C"/>
            </a:solidFill>
            <a:prstDash val="solid"/>
          </a:ln>
        </p:spPr>
      </p:sp>
      <p:sp>
        <p:nvSpPr>
          <p:cNvPr id="4" name="4d8f3fba-b834-4cef-aaa5-5a5d589ed112"/>
          <p:cNvSpPr/>
          <p:nvPr/>
        </p:nvSpPr>
        <p:spPr>
          <a:xfrm>
            <a:off x="548640" y="14630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 in GenAI</a:t>
            </a:r>
            <a:endParaRPr lang="en-US" sz="1200" dirty="0"/>
          </a:p>
        </p:txBody>
      </p:sp>
      <p:sp>
        <p:nvSpPr>
          <p:cNvPr id="5" name="53822d65-22fb-4ada-8979-b7082db03bf8"/>
          <p:cNvSpPr/>
          <p:nvPr/>
        </p:nvSpPr>
        <p:spPr>
          <a:xfrm>
            <a:off x="548640" y="182880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2400" dirty="0"/>
          </a:p>
        </p:txBody>
      </p:sp>
      <p:sp>
        <p:nvSpPr>
          <p:cNvPr id="6" name="21cbe628-5727-4444-9df0-62c488a606fe"/>
          <p:cNvSpPr/>
          <p:nvPr/>
        </p:nvSpPr>
        <p:spPr>
          <a:xfrm>
            <a:off x="548640" y="24688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Driving innovation</a:t>
            </a:r>
            <a:endParaRPr lang="en-US" sz="1000" dirty="0"/>
          </a:p>
        </p:txBody>
      </p:sp>
      <p:sp>
        <p:nvSpPr>
          <p:cNvPr id="7" name="3d55eb1c-a124-4608-a724-0a34b4a9f804"/>
          <p:cNvSpPr/>
          <p:nvPr/>
        </p:nvSpPr>
        <p:spPr>
          <a:xfrm>
            <a:off x="548640" y="28346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RFI § Innovation</a:t>
            </a:r>
            <a:endParaRPr lang="en-US" sz="900" dirty="0"/>
          </a:p>
        </p:txBody>
      </p:sp>
      <p:sp>
        <p:nvSpPr>
          <p:cNvPr id="8" name="d5a84ffc-324f-4c55-8ba4-2b1f95e7c045"/>
          <p:cNvSpPr/>
          <p:nvPr/>
        </p:nvSpPr>
        <p:spPr>
          <a:xfrm>
            <a:off x="3291840" y="1371600"/>
            <a:ext cx="2743200" cy="1828800"/>
          </a:xfrm>
          <a:prstGeom prst="rect">
            <a:avLst/>
          </a:prstGeom>
          <a:solidFill>
            <a:srgbClr val="F4F4F4"/>
          </a:solidFill>
          <a:ln w="12700">
            <a:solidFill>
              <a:srgbClr val="002D9C"/>
            </a:solidFill>
            <a:prstDash val="solid"/>
          </a:ln>
        </p:spPr>
      </p:sp>
      <p:sp>
        <p:nvSpPr>
          <p:cNvPr id="9" name="8de2bff2-4666-46f6-a752-0f4e6d9abbe2"/>
          <p:cNvSpPr/>
          <p:nvPr/>
        </p:nvSpPr>
        <p:spPr>
          <a:xfrm>
            <a:off x="3383280" y="14630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Low-Code Adoption</a:t>
            </a:r>
            <a:endParaRPr lang="en-US" sz="1200" dirty="0"/>
          </a:p>
        </p:txBody>
      </p:sp>
      <p:sp>
        <p:nvSpPr>
          <p:cNvPr id="10" name="b3d32adb-d034-48b4-ba2d-53bce7fc49d1"/>
          <p:cNvSpPr/>
          <p:nvPr/>
        </p:nvSpPr>
        <p:spPr>
          <a:xfrm>
            <a:off x="3383280" y="182880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Increasing</a:t>
            </a:r>
            <a:endParaRPr lang="en-US" sz="2400" dirty="0"/>
          </a:p>
        </p:txBody>
      </p:sp>
      <p:sp>
        <p:nvSpPr>
          <p:cNvPr id="11" name="680358dc-638d-484b-b638-2062734238cb"/>
          <p:cNvSpPr/>
          <p:nvPr/>
        </p:nvSpPr>
        <p:spPr>
          <a:xfrm>
            <a:off x="3383280" y="24688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Enhancing user experience</a:t>
            </a:r>
            <a:endParaRPr lang="en-US" sz="1000" dirty="0"/>
          </a:p>
        </p:txBody>
      </p:sp>
      <p:sp>
        <p:nvSpPr>
          <p:cNvPr id="12" name="6b5b1c78-e752-4a97-a152-482d99c074f8"/>
          <p:cNvSpPr/>
          <p:nvPr/>
        </p:nvSpPr>
        <p:spPr>
          <a:xfrm>
            <a:off x="3383280" y="28346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RFI § Offering Strategy</a:t>
            </a:r>
            <a:endParaRPr lang="en-US" sz="900" dirty="0"/>
          </a:p>
        </p:txBody>
      </p:sp>
      <p:sp>
        <p:nvSpPr>
          <p:cNvPr id="13" name="59602431-5dcd-43d9-9ed2-ee58490b93fb"/>
          <p:cNvSpPr/>
          <p:nvPr/>
        </p:nvSpPr>
        <p:spPr>
          <a:xfrm>
            <a:off x="6126480" y="1371600"/>
            <a:ext cx="2743200" cy="1828800"/>
          </a:xfrm>
          <a:prstGeom prst="rect">
            <a:avLst/>
          </a:prstGeom>
          <a:solidFill>
            <a:srgbClr val="F4F4F4"/>
          </a:solidFill>
          <a:ln w="12700">
            <a:solidFill>
              <a:srgbClr val="002D9C"/>
            </a:solidFill>
            <a:prstDash val="solid"/>
          </a:ln>
        </p:spPr>
      </p:sp>
      <p:sp>
        <p:nvSpPr>
          <p:cNvPr id="14" name="f319dff1-02fa-43e5-80c4-f843686ffea2"/>
          <p:cNvSpPr/>
          <p:nvPr/>
        </p:nvSpPr>
        <p:spPr>
          <a:xfrm>
            <a:off x="6217920" y="14630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Satisfaction</a:t>
            </a:r>
            <a:endParaRPr lang="en-US" sz="1200" dirty="0"/>
          </a:p>
        </p:txBody>
      </p:sp>
      <p:sp>
        <p:nvSpPr>
          <p:cNvPr id="15" name="c04469eb-8878-491d-8185-48a20cc6c9aa"/>
          <p:cNvSpPr/>
          <p:nvPr/>
        </p:nvSpPr>
        <p:spPr>
          <a:xfrm>
            <a:off x="6217920" y="182880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95%</a:t>
            </a:r>
            <a:endParaRPr lang="en-US" sz="2400" dirty="0"/>
          </a:p>
        </p:txBody>
      </p:sp>
      <p:sp>
        <p:nvSpPr>
          <p:cNvPr id="16" name="a2a2f241-4708-4d31-b303-a364bfb50cae"/>
          <p:cNvSpPr/>
          <p:nvPr/>
        </p:nvSpPr>
        <p:spPr>
          <a:xfrm>
            <a:off x="6217920" y="24688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Reflects service excellence</a:t>
            </a:r>
            <a:endParaRPr lang="en-US" sz="1000" dirty="0"/>
          </a:p>
        </p:txBody>
      </p:sp>
      <p:sp>
        <p:nvSpPr>
          <p:cNvPr id="17" name="53a0b624-214d-4d03-922f-956ae83e2e23"/>
          <p:cNvSpPr/>
          <p:nvPr/>
        </p:nvSpPr>
        <p:spPr>
          <a:xfrm>
            <a:off x="6217920" y="28346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RFI § Customer Programs</a:t>
            </a:r>
            <a:endParaRPr lang="en-US" sz="900" dirty="0"/>
          </a:p>
        </p:txBody>
      </p:sp>
      <p:sp>
        <p:nvSpPr>
          <p:cNvPr id="18" name="172d3aa5-25d7-45a1-b424-a08ebfc518c8"/>
          <p:cNvSpPr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solidFill>
            <a:srgbClr val="E8F5E9"/>
          </a:solidFill>
          <a:ln w="12700">
            <a:solidFill>
              <a:srgbClr val="24A148"/>
            </a:solidFill>
            <a:prstDash val="solid"/>
          </a:ln>
        </p:spPr>
      </p:sp>
      <p:sp>
        <p:nvSpPr>
          <p:cNvPr id="19" name="d57fc71e-f94e-4899-b98e-7d912756f7bc"/>
          <p:cNvSpPr/>
          <p:nvPr/>
        </p:nvSpPr>
        <p:spPr>
          <a:xfrm>
            <a:off x="548640" y="635508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4A1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📌 Evidence: RFI § Innovation; RFI § Offering Strategy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564339878"/>
      </p:ext>
    </p:extLst>
  </p:cSld>
  <p:clrMapOvr>
    <a:masterClrMapping/>
  </p:clrMapOvr>
  <p:transition spd="med"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01769f78-02a9-49f8-b89b-667cbf83b9ec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Studies Overview</a:t>
            </a:r>
            <a:endParaRPr lang="en-US" sz="2400" dirty="0"/>
          </a:p>
        </p:txBody>
      </p:sp>
      <p:sp>
        <p:nvSpPr>
          <p:cNvPr id="3" name="9b93fefa-41a1-4ca2-ad14-20aeb85dac90"/>
          <p:cNvSpPr/>
          <p:nvPr/>
        </p:nvSpPr>
        <p:spPr>
          <a:xfrm>
            <a:off x="457200" y="1371600"/>
            <a:ext cx="3474720" cy="1463040"/>
          </a:xfrm>
          <a:prstGeom prst="rect">
            <a:avLst/>
          </a:prstGeom>
          <a:solidFill>
            <a:srgbClr val="F4F4F4"/>
          </a:solidFill>
          <a:ln w="12700">
            <a:solidFill>
              <a:srgbClr val="002D9C"/>
            </a:solidFill>
            <a:prstDash val="solid"/>
          </a:ln>
        </p:spPr>
      </p:sp>
      <p:sp>
        <p:nvSpPr>
          <p:cNvPr id="4" name="94f26756-37df-4388-960f-79ca70d04396"/>
          <p:cNvSpPr/>
          <p:nvPr/>
        </p:nvSpPr>
        <p:spPr>
          <a:xfrm>
            <a:off x="548640" y="141732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{TO_FILL}</a:t>
            </a:r>
            <a:endParaRPr lang="en-US" sz="1200" dirty="0"/>
          </a:p>
        </p:txBody>
      </p:sp>
      <p:sp>
        <p:nvSpPr>
          <p:cNvPr id="5" name="f5f501f8-b7c4-4e66-9e13-b8aeb03bc9fc"/>
          <p:cNvSpPr/>
          <p:nvPr/>
        </p:nvSpPr>
        <p:spPr>
          <a:xfrm>
            <a:off x="548640" y="1737360"/>
            <a:ext cx="3291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case: {TO_FILL}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Industry/Region: {TO_FILL} / {TO_FILL}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Outcome: {TO_FILL} ({TO_FILL})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Reference: {TO_FILL}</a:t>
            </a:r>
            <a:endParaRPr lang="en-US" sz="1000" dirty="0"/>
          </a:p>
        </p:txBody>
      </p:sp>
      <p:sp>
        <p:nvSpPr>
          <p:cNvPr id="6" name="775dbebe-1aed-49b4-8f76-b9fa8b52b877"/>
          <p:cNvSpPr/>
          <p:nvPr/>
        </p:nvSpPr>
        <p:spPr>
          <a:xfrm>
            <a:off x="4480560" y="1371600"/>
            <a:ext cx="3474720" cy="1463040"/>
          </a:xfrm>
          <a:prstGeom prst="rect">
            <a:avLst/>
          </a:prstGeom>
          <a:solidFill>
            <a:srgbClr val="F4F4F4"/>
          </a:solidFill>
          <a:ln w="12700">
            <a:solidFill>
              <a:srgbClr val="002D9C"/>
            </a:solidFill>
            <a:prstDash val="solid"/>
          </a:ln>
        </p:spPr>
      </p:sp>
      <p:sp>
        <p:nvSpPr>
          <p:cNvPr id="7" name="7cd69f04-e3e0-42f8-a3a7-7b85a3b49a47"/>
          <p:cNvSpPr/>
          <p:nvPr/>
        </p:nvSpPr>
        <p:spPr>
          <a:xfrm>
            <a:off x="4572000" y="141732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{TO_FILL}</a:t>
            </a:r>
            <a:endParaRPr lang="en-US" sz="1200" dirty="0"/>
          </a:p>
        </p:txBody>
      </p:sp>
      <p:sp>
        <p:nvSpPr>
          <p:cNvPr id="8" name="4c9c7ef5-29b7-4e56-844c-32a9e5952454"/>
          <p:cNvSpPr/>
          <p:nvPr/>
        </p:nvSpPr>
        <p:spPr>
          <a:xfrm>
            <a:off x="4572000" y="1737360"/>
            <a:ext cx="3291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case: {TO_FILL}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Industry/Region: {TO_FILL} / {TO_FILL}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Outcome: {TO_FILL} ({TO_FILL})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Reference: {TO_FILL}</a:t>
            </a:r>
            <a:endParaRPr lang="en-US" sz="1000" dirty="0"/>
          </a:p>
        </p:txBody>
      </p:sp>
      <p:sp>
        <p:nvSpPr>
          <p:cNvPr id="9" name="a3798a17-bb61-48db-b096-d953785c1c28"/>
          <p:cNvSpPr/>
          <p:nvPr/>
        </p:nvSpPr>
        <p:spPr>
          <a:xfrm>
            <a:off x="457200" y="3017520"/>
            <a:ext cx="3474720" cy="1463040"/>
          </a:xfrm>
          <a:prstGeom prst="rect">
            <a:avLst/>
          </a:prstGeom>
          <a:solidFill>
            <a:srgbClr val="F4F4F4"/>
          </a:solidFill>
          <a:ln w="12700">
            <a:solidFill>
              <a:srgbClr val="002D9C"/>
            </a:solidFill>
            <a:prstDash val="solid"/>
          </a:ln>
        </p:spPr>
      </p:sp>
      <p:sp>
        <p:nvSpPr>
          <p:cNvPr id="10" name="24074f2c-fcd1-4d4f-a204-1180d6b1899c"/>
          <p:cNvSpPr/>
          <p:nvPr/>
        </p:nvSpPr>
        <p:spPr>
          <a:xfrm>
            <a:off x="548640" y="306324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{TO_FILL}</a:t>
            </a:r>
            <a:endParaRPr lang="en-US" sz="1200" dirty="0"/>
          </a:p>
        </p:txBody>
      </p:sp>
      <p:sp>
        <p:nvSpPr>
          <p:cNvPr id="11" name="dab2e733-c48c-4afb-b5b9-e46bed0cdba5"/>
          <p:cNvSpPr/>
          <p:nvPr/>
        </p:nvSpPr>
        <p:spPr>
          <a:xfrm>
            <a:off x="548640" y="3383280"/>
            <a:ext cx="3291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case: {TO_FILL}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Industry/Region: {TO_FILL} / {TO_FILL}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Outcome: {TO_FILL} ({TO_FILL})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Reference: {TO_FILL}</a:t>
            </a:r>
            <a:endParaRPr lang="en-US" sz="1000" dirty="0"/>
          </a:p>
        </p:txBody>
      </p:sp>
      <p:sp>
        <p:nvSpPr>
          <p:cNvPr id="12" name="7df99933-9382-42ed-8251-3ca91ccbe23b"/>
          <p:cNvSpPr/>
          <p:nvPr/>
        </p:nvSpPr>
        <p:spPr>
          <a:xfrm>
            <a:off x="4480560" y="3017520"/>
            <a:ext cx="3474720" cy="1463040"/>
          </a:xfrm>
          <a:prstGeom prst="rect">
            <a:avLst/>
          </a:prstGeom>
          <a:solidFill>
            <a:srgbClr val="F4F4F4"/>
          </a:solidFill>
          <a:ln w="12700">
            <a:solidFill>
              <a:srgbClr val="002D9C"/>
            </a:solidFill>
            <a:prstDash val="solid"/>
          </a:ln>
        </p:spPr>
      </p:sp>
      <p:sp>
        <p:nvSpPr>
          <p:cNvPr id="13" name="03b6f9de-e885-41c9-b729-9c0347439a33"/>
          <p:cNvSpPr/>
          <p:nvPr/>
        </p:nvSpPr>
        <p:spPr>
          <a:xfrm>
            <a:off x="4572000" y="306324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{TO_FILL}</a:t>
            </a:r>
            <a:endParaRPr lang="en-US" sz="1200" dirty="0"/>
          </a:p>
        </p:txBody>
      </p:sp>
      <p:sp>
        <p:nvSpPr>
          <p:cNvPr id="14" name="0df29035-967e-49a7-8fdf-c89b4ebcc2da"/>
          <p:cNvSpPr/>
          <p:nvPr/>
        </p:nvSpPr>
        <p:spPr>
          <a:xfrm>
            <a:off x="4572000" y="3383280"/>
            <a:ext cx="3291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case: {TO_FILL}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Industry/Region: {TO_FILL} / {TO_FILL}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Outcome: {TO_FILL} ({TO_FILL})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Reference: {TO_FILL}</a:t>
            </a:r>
            <a:endParaRPr lang="en-US" sz="1000" dirty="0"/>
          </a:p>
        </p:txBody>
      </p:sp>
      <p:sp>
        <p:nvSpPr>
          <p:cNvPr id="15" name="441783a5-de58-469c-9a79-eb4f3ad261b1"/>
          <p:cNvSpPr/>
          <p:nvPr/>
        </p:nvSpPr>
        <p:spPr>
          <a:xfrm>
            <a:off x="2468880" y="4663440"/>
            <a:ext cx="3474720" cy="1463040"/>
          </a:xfrm>
          <a:prstGeom prst="rect">
            <a:avLst/>
          </a:prstGeom>
          <a:solidFill>
            <a:srgbClr val="F4F4F4"/>
          </a:solidFill>
          <a:ln w="12700">
            <a:solidFill>
              <a:srgbClr val="002D9C"/>
            </a:solidFill>
            <a:prstDash val="solid"/>
          </a:ln>
        </p:spPr>
      </p:sp>
      <p:sp>
        <p:nvSpPr>
          <p:cNvPr id="16" name="200c85a4-0f16-4b3c-886d-1bf921dd5f78"/>
          <p:cNvSpPr/>
          <p:nvPr/>
        </p:nvSpPr>
        <p:spPr>
          <a:xfrm>
            <a:off x="2560320" y="470916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{TO_FILL}</a:t>
            </a:r>
            <a:endParaRPr lang="en-US" sz="1200" dirty="0"/>
          </a:p>
        </p:txBody>
      </p:sp>
      <p:sp>
        <p:nvSpPr>
          <p:cNvPr id="17" name="3f29532f-8595-4ddd-902b-e355c881f42f"/>
          <p:cNvSpPr/>
          <p:nvPr/>
        </p:nvSpPr>
        <p:spPr>
          <a:xfrm>
            <a:off x="2560320" y="5029200"/>
            <a:ext cx="3291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case: {TO_FILL}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Industry/Region: {TO_FILL} / {TO_FILL}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Outcome: {TO_FILL} ({TO_FILL})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Reference: {TO_FILL}</a:t>
            </a:r>
            <a:endParaRPr lang="en-US" sz="1000" dirty="0"/>
          </a:p>
        </p:txBody>
      </p:sp>
      <p:sp>
        <p:nvSpPr>
          <p:cNvPr id="18" name="d5608177-5ddf-47f3-9756-bf21e159c8f1"/>
          <p:cNvSpPr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solidFill>
            <a:srgbClr val="E8F5E9"/>
          </a:solidFill>
          <a:ln w="12700">
            <a:solidFill>
              <a:srgbClr val="24A148"/>
            </a:solidFill>
            <a:prstDash val="solid"/>
          </a:ln>
        </p:spPr>
      </p:sp>
      <p:sp>
        <p:nvSpPr>
          <p:cNvPr id="19" name="1abd74b5-a3bd-4d0e-8496-4935b9859ed2"/>
          <p:cNvSpPr/>
          <p:nvPr/>
        </p:nvSpPr>
        <p:spPr>
          <a:xfrm>
            <a:off x="548640" y="635508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4A1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📌 Evidence: RFI § Customer Programs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564339878"/>
      </p:ext>
    </p:extLst>
  </p:cSld>
  <p:clrMapOvr>
    <a:masterClrMapping/>
  </p:clrMapOvr>
  <p:transition spd="med"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89f6daf5-52e1-493b-8175-64cc2065b151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Study Deep Dive</a:t>
            </a:r>
            <a:endParaRPr lang="en-US" sz="2400" dirty="0"/>
          </a:p>
        </p:txBody>
      </p:sp>
      <p:sp>
        <p:nvSpPr>
          <p:cNvPr id="3" name="8853579b-a707-4dda-a17f-3cb93e5ae20e"/>
          <p:cNvSpPr/>
          <p:nvPr/>
        </p:nvSpPr>
        <p:spPr>
          <a:xfrm>
            <a:off x="457200" y="1280160"/>
            <a:ext cx="82296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case: {TO_FILL}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Industry/Region: {TO_FILL} / {TO_FILL}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Challenge: {TO_FILL}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Approach: {TO_FILL}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Capabilities/IP: {TO_FILL}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Outcomes: {TO_FILL} ({TO_FILL})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Reference: {TO_FILL}</a:t>
            </a:r>
            <a:endParaRPr lang="en-US" sz="1200" dirty="0"/>
          </a:p>
        </p:txBody>
      </p:sp>
      <p:sp>
        <p:nvSpPr>
          <p:cNvPr id="4" name="58776435-bf6b-4447-ae2b-f8b42226bae1"/>
          <p:cNvSpPr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solidFill>
            <a:srgbClr val="E8F5E9"/>
          </a:solidFill>
          <a:ln w="12700">
            <a:solidFill>
              <a:srgbClr val="24A148"/>
            </a:solidFill>
            <a:prstDash val="solid"/>
          </a:ln>
        </p:spPr>
      </p:sp>
      <p:sp>
        <p:nvSpPr>
          <p:cNvPr id="5" name="c0886c58-607d-4f22-9b4f-372d929c905a"/>
          <p:cNvSpPr/>
          <p:nvPr/>
        </p:nvSpPr>
        <p:spPr>
          <a:xfrm>
            <a:off x="548640" y="635508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4A1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📌 Evidence: RFI § Customer Programs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564339878"/>
      </p:ext>
    </p:extLst>
  </p:cSld>
  <p:clrMapOvr>
    <a:masterClrMapping/>
  </p:clrMapOvr>
  <p:transition spd="med"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2a674cb-ef03-46b6-bbd3-7b39d02eccf4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Capability vs. Proof</a:t>
            </a:r>
            <a:endParaRPr lang="en-US" sz="2400" dirty="0"/>
          </a:p>
        </p:txBody>
      </p:sp>
      <p:sp>
        <p:nvSpPr>
          <p:cNvPr id="3" name="fcfb8743-aece-41f0-ad92-458a5cfd2258"/>
          <p:cNvSpPr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Demonstrating IBM's Cloud ERP Competence</a:t>
            </a:r>
            <a:endParaRPr lang="en-US" sz="1200" dirty="0"/>
          </a:p>
        </p:txBody>
      </p:sp>
      <p:sp>
        <p:nvSpPr>
          <p:cNvPr id="4" name="8d146f17-8c89-43cd-bc0c-f9b5ca10c6f0"/>
          <p:cNvSpPr/>
          <p:nvPr/>
        </p:nvSpPr>
        <p:spPr>
          <a:xfrm>
            <a:off x="457200" y="1645920"/>
            <a:ext cx="402336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lnSpc>
                <a:spcPts val="2400"/>
              </a:lnSpc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 structure not recognized</a:t>
            </a:r>
            <a:endParaRPr lang="en-US" sz="1400" dirty="0"/>
          </a:p>
        </p:txBody>
      </p:sp>
      <p:sp>
        <p:nvSpPr>
          <p:cNvPr id="5" name="3039ae4a-7b63-46d1-95ff-75ace0a7bfdb"/>
          <p:cNvSpPr/>
          <p:nvPr/>
        </p:nvSpPr>
        <p:spPr>
          <a:xfrm>
            <a:off x="4572000" y="1645920"/>
            <a:ext cx="402336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lnSpc>
                <a:spcPts val="2400"/>
              </a:lnSpc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Please check slide data</a:t>
            </a:r>
            <a:endParaRPr lang="en-US" sz="1400" dirty="0"/>
          </a:p>
        </p:txBody>
      </p:sp>
      <p:sp>
        <p:nvSpPr>
          <p:cNvPr id="6" name="0ce6f844-9c5f-4f20-ab71-9942742618d2"/>
          <p:cNvSpPr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solidFill>
            <a:srgbClr val="E8F5E9"/>
          </a:solidFill>
          <a:ln w="12700">
            <a:solidFill>
              <a:srgbClr val="24A148"/>
            </a:solidFill>
            <a:prstDash val="solid"/>
          </a:ln>
        </p:spPr>
      </p:sp>
      <p:sp>
        <p:nvSpPr>
          <p:cNvPr id="7" name="4f48e265-e582-43a0-813e-1ce5638e0ba4"/>
          <p:cNvSpPr/>
          <p:nvPr/>
        </p:nvSpPr>
        <p:spPr>
          <a:xfrm>
            <a:off x="548640" y="635508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4A1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📌 Evidence: RFI § Offering Strategy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564339878"/>
      </p:ext>
    </p:extLst>
  </p:cSld>
  <p:clrMapOvr>
    <a:masterClrMapping/>
  </p:clrMapOvr>
  <p:transition spd="med"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00060ee-8530-40f9-a791-02ed4c32a3b4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IBM's Cloud ERP Roadmap</a:t>
            </a:r>
            <a:endParaRPr lang="en-US" sz="2400" dirty="0"/>
          </a:p>
        </p:txBody>
      </p:sp>
      <p:sp>
        <p:nvSpPr>
          <p:cNvPr id="3" name="ff105290-950e-4f29-8919-3adf9b45f362"/>
          <p:cNvSpPr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Initiatives and Outcomes</a:t>
            </a:r>
            <a:endParaRPr lang="en-US" sz="1200" dirty="0"/>
          </a:p>
        </p:txBody>
      </p:sp>
      <p:sp>
        <p:nvSpPr>
          <p:cNvPr id="4" name="13a0b7e8-8b9f-46ae-9bbc-64b462ce520a"/>
          <p:cNvSpPr/>
          <p:nvPr/>
        </p:nvSpPr>
        <p:spPr>
          <a:xfrm>
            <a:off x="457200" y="1645920"/>
            <a:ext cx="402336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lnSpc>
                <a:spcPts val="2400"/>
              </a:lnSpc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 structure not recognized</a:t>
            </a:r>
            <a:endParaRPr lang="en-US" sz="1400" dirty="0"/>
          </a:p>
        </p:txBody>
      </p:sp>
      <p:sp>
        <p:nvSpPr>
          <p:cNvPr id="5" name="30550960-5272-48c1-8404-71a78100020b"/>
          <p:cNvSpPr/>
          <p:nvPr/>
        </p:nvSpPr>
        <p:spPr>
          <a:xfrm>
            <a:off x="4572000" y="1645920"/>
            <a:ext cx="402336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lnSpc>
                <a:spcPts val="2400"/>
              </a:lnSpc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Please check slide data</a:t>
            </a:r>
            <a:endParaRPr lang="en-US" sz="1400" dirty="0"/>
          </a:p>
        </p:txBody>
      </p:sp>
      <p:sp>
        <p:nvSpPr>
          <p:cNvPr id="6" name="340e533a-9a19-42b4-b55f-3e733afb2e8d"/>
          <p:cNvSpPr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solidFill>
            <a:srgbClr val="E8F5E9"/>
          </a:solidFill>
          <a:ln w="12700">
            <a:solidFill>
              <a:srgbClr val="24A148"/>
            </a:solidFill>
            <a:prstDash val="solid"/>
          </a:ln>
        </p:spPr>
      </p:sp>
      <p:sp>
        <p:nvSpPr>
          <p:cNvPr id="7" name="a5808014-51d0-41ca-99a3-3c907ae3323a"/>
          <p:cNvSpPr/>
          <p:nvPr/>
        </p:nvSpPr>
        <p:spPr>
          <a:xfrm>
            <a:off x="548640" y="635508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4A1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📌 Evidence: RFI § Innovation; RFI § Offering Strategy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564339878"/>
      </p:ext>
    </p:extLst>
  </p:cSld>
  <p:clrMapOvr>
    <a:masterClrMapping/>
  </p:clrMapOvr>
  <p:transition spd="med"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3054218-e80b-4230-b50e-c850067ddc57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and Mitigation Strategies</a:t>
            </a:r>
            <a:endParaRPr lang="en-US" sz="2400" dirty="0"/>
          </a:p>
        </p:txBody>
      </p:sp>
      <p:sp>
        <p:nvSpPr>
          <p:cNvPr id="3" name="9ec1559a-0996-4aa0-8d7a-77f2c9991a0e"/>
          <p:cNvSpPr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Ensuring Success in Cloud ERP Deployments</a:t>
            </a:r>
            <a:endParaRPr lang="en-US" sz="1200" dirty="0"/>
          </a:p>
        </p:txBody>
      </p:sp>
      <p:sp>
        <p:nvSpPr>
          <p:cNvPr id="4" name="13453182-8f13-411d-9b47-7e62b8125835"/>
          <p:cNvSpPr/>
          <p:nvPr/>
        </p:nvSpPr>
        <p:spPr>
          <a:xfrm>
            <a:off x="457200" y="1645920"/>
            <a:ext cx="402336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lnSpc>
                <a:spcPts val="2400"/>
              </a:lnSpc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 structure not recognized</a:t>
            </a:r>
            <a:endParaRPr lang="en-US" sz="1400" dirty="0"/>
          </a:p>
        </p:txBody>
      </p:sp>
      <p:sp>
        <p:nvSpPr>
          <p:cNvPr id="5" name="c520d66b-5d5c-45af-8bcc-5384d61d5129"/>
          <p:cNvSpPr/>
          <p:nvPr/>
        </p:nvSpPr>
        <p:spPr>
          <a:xfrm>
            <a:off x="4572000" y="1645920"/>
            <a:ext cx="402336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lnSpc>
                <a:spcPts val="2400"/>
              </a:lnSpc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Please check slide data</a:t>
            </a:r>
            <a:endParaRPr lang="en-US" sz="1400" dirty="0"/>
          </a:p>
        </p:txBody>
      </p:sp>
      <p:sp>
        <p:nvSpPr>
          <p:cNvPr id="6" name="019d3e94-76f2-4359-a642-55276f70612f"/>
          <p:cNvSpPr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solidFill>
            <a:srgbClr val="E8F5E9"/>
          </a:solidFill>
          <a:ln w="12700">
            <a:solidFill>
              <a:srgbClr val="24A148"/>
            </a:solidFill>
            <a:prstDash val="solid"/>
          </a:ln>
        </p:spPr>
      </p:sp>
      <p:sp>
        <p:nvSpPr>
          <p:cNvPr id="7" name="4adb91c8-1958-4f41-b82a-dc585aff6c10"/>
          <p:cNvSpPr/>
          <p:nvPr/>
        </p:nvSpPr>
        <p:spPr>
          <a:xfrm>
            <a:off x="548640" y="635508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4A1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📌 Evidence: RFI § Risk Management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564339878"/>
      </p:ext>
    </p:extLst>
  </p:cSld>
  <p:clrMapOvr>
    <a:masterClrMapping/>
  </p:clrMapOvr>
  <p:transition spd="med"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3b58aef-2bed-4e94-9c3e-794affc59207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Q&amp;A Session</a:t>
            </a:r>
            <a:endParaRPr lang="en-US" sz="2400" dirty="0"/>
          </a:p>
        </p:txBody>
      </p:sp>
      <p:sp>
        <p:nvSpPr>
          <p:cNvPr id="3" name="dd56cb06-cd40-4e47-8330-a6eb6e3686f3"/>
          <p:cNvSpPr/>
          <p:nvPr/>
        </p:nvSpPr>
        <p:spPr>
          <a:xfrm>
            <a:off x="457200" y="1188720"/>
            <a:ext cx="822960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How does IBM ensure seamless integration of Cloud ERP services?</a:t>
            </a:r>
            <a:endParaRPr lang="en-US" sz="1200" dirty="0"/>
          </a:p>
          <a:p>
            <a:pPr algn="l"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{TO_FILL}</a:t>
            </a:r>
            <a:endParaRPr lang="en-US" sz="1200" dirty="0"/>
          </a:p>
          <a:p>
            <a:pPr algn="l"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What are the key differentiators of IBM's Cloud ERP roadmap?</a:t>
            </a:r>
            <a:endParaRPr lang="en-US" sz="1200" dirty="0"/>
          </a:p>
          <a:p>
            <a:pPr algn="l"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{TO_FILL}</a:t>
            </a:r>
            <a:endParaRPr lang="en-US" sz="1200" dirty="0"/>
          </a:p>
        </p:txBody>
      </p:sp>
      <p:sp>
        <p:nvSpPr>
          <p:cNvPr id="4" name="34372ffb-d0d6-4788-8fff-a3de32ea7fbb"/>
          <p:cNvSpPr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solidFill>
            <a:srgbClr val="E8F5E9"/>
          </a:solidFill>
          <a:ln w="12700">
            <a:solidFill>
              <a:srgbClr val="24A148"/>
            </a:solidFill>
            <a:prstDash val="solid"/>
          </a:ln>
        </p:spPr>
      </p:sp>
      <p:sp>
        <p:nvSpPr>
          <p:cNvPr id="5" name="86ca12e9-d51f-46f6-980a-8f433ea7e8ec"/>
          <p:cNvSpPr/>
          <p:nvPr/>
        </p:nvSpPr>
        <p:spPr>
          <a:xfrm>
            <a:off x="548640" y="635508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4A1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📌 Evidence: RFI § Offering Strategy; RFI § Innovation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564339878"/>
      </p:ext>
    </p:extLst>
  </p:cSld>
  <p:clrMapOvr>
    <a:masterClrMapping/>
  </p:clrMapOvr>
  <p:transition spd="med"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25281ed-761b-41ef-8cd8-1f0d8e0c5d10"/>
          <p:cNvSpPr/>
          <p:nvPr/>
        </p:nvSpPr>
        <p:spPr>
          <a:xfrm>
            <a:off x="457200" y="5486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 Overview</a:t>
            </a:r>
            <a:endParaRPr lang="en-US" sz="2800" dirty="0"/>
          </a:p>
        </p:txBody>
      </p:sp>
      <p:sp>
        <p:nvSpPr>
          <p:cNvPr id="3" name="dcb0bbf5-7467-480a-8f6e-27a6ef7f3b06"/>
          <p:cNvSpPr/>
          <p:nvPr/>
        </p:nvSpPr>
        <p:spPr>
          <a:xfrm>
            <a:off x="457200" y="182880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Growth</a:t>
            </a:r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Profit Margins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564339878"/>
      </p:ext>
    </p:extLst>
  </p:cSld>
  <p:clrMapOvr>
    <a:masterClrMapping/>
  </p:clrMapOvr>
  <p:transition spd="med"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6ca6765-044f-4445-8378-1277e527bea1"/>
          <p:cNvSpPr/>
          <p:nvPr/>
        </p:nvSpPr>
        <p:spPr>
          <a:xfrm>
            <a:off x="457200" y="5486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IBM's Financial Strength</a:t>
            </a:r>
            <a:endParaRPr lang="en-US" sz="2800" dirty="0"/>
          </a:p>
        </p:txBody>
      </p:sp>
      <p:sp>
        <p:nvSpPr>
          <p:cNvPr id="3" name="c9953f7b-5f37-45ce-8f02-2f37de8f20eb"/>
          <p:cNvSpPr/>
          <p:nvPr/>
        </p:nvSpPr>
        <p:spPr>
          <a:xfrm>
            <a:off x="457200" y="1280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Ensuring Reliability and Trust</a:t>
            </a:r>
            <a:endParaRPr lang="en-US" sz="1400" dirty="0"/>
          </a:p>
        </p:txBody>
      </p:sp>
      <p:sp>
        <p:nvSpPr>
          <p:cNvPr id="4" name="efee88a9-63cb-4510-a46a-c115740a7e8a"/>
          <p:cNvSpPr/>
          <p:nvPr/>
        </p:nvSpPr>
        <p:spPr>
          <a:xfrm>
            <a:off x="457200" y="182880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Year-over-year growth in Cloud ERP services revenue.</a:t>
            </a:r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alignment within IBM's overall portfolio.</a:t>
            </a:r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Market-specific revenue growth and retention.</a:t>
            </a:r>
            <a:endParaRPr lang="en-US" sz="1600" dirty="0"/>
          </a:p>
        </p:txBody>
      </p:sp>
      <p:sp>
        <p:nvSpPr>
          <p:cNvPr id="5" name="74293b9c-35bd-4122-a22d-fa5051600e7f"/>
          <p:cNvSpPr/>
          <p:nvPr/>
        </p:nvSpPr>
        <p:spPr>
          <a:xfrm>
            <a:off x="457200" y="5943600"/>
            <a:ext cx="8229600" cy="457200"/>
          </a:xfrm>
          <a:prstGeom prst="rect">
            <a:avLst/>
          </a:prstGeom>
          <a:solidFill>
            <a:srgbClr val="E8F5E9"/>
          </a:solidFill>
          <a:ln w="12700">
            <a:solidFill>
              <a:srgbClr val="24A148"/>
            </a:solidFill>
            <a:prstDash val="solid"/>
          </a:ln>
        </p:spPr>
      </p:sp>
      <p:sp>
        <p:nvSpPr>
          <p:cNvPr id="6" name="2b9280df-4a5e-4422-a78e-fa1786efbd06"/>
          <p:cNvSpPr/>
          <p:nvPr/>
        </p:nvSpPr>
        <p:spPr>
          <a:xfrm>
            <a:off x="548640" y="598932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4A1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📌 Evidence: RFI § 2026-01-12T13-23-46-101Z_Welcome Packet for Cloud ERP Services, 2026[66].pdf - Page 20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564339878"/>
      </p:ext>
    </p:extLst>
  </p:cSld>
  <p:clrMapOvr>
    <a:masterClrMapping/>
  </p:clrMapOvr>
  <p:transition spd="med"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615fd901-dea3-46b5-b15a-b71f26c2f2dd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Operational Maturity</a:t>
            </a:r>
            <a:endParaRPr lang="en-US" sz="2400" dirty="0"/>
          </a:p>
        </p:txBody>
      </p:sp>
      <p:sp>
        <p:nvSpPr>
          <p:cNvPr id="3" name="a9fb530a-9284-4387-bacc-0fffbf04d81a"/>
          <p:cNvSpPr/>
          <p:nvPr/>
        </p:nvSpPr>
        <p:spPr>
          <a:xfrm>
            <a:off x="457200" y="1645920"/>
            <a:ext cx="402336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lnSpc>
                <a:spcPts val="2400"/>
              </a:lnSpc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 health of IBM's Cloud ERP business unit.</a:t>
            </a:r>
            <a:pPr algn="l" marL="342900" indent="-342900">
              <a:lnSpc>
                <a:spcPts val="2400"/>
              </a:lnSpc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 in product and service innovation.</a:t>
            </a:r>
            <a:endParaRPr lang="en-US" sz="1400" dirty="0"/>
          </a:p>
        </p:txBody>
      </p:sp>
      <p:sp>
        <p:nvSpPr>
          <p:cNvPr id="4" name="1643e853-1b32-4b69-aee8-260574c6d1d5"/>
          <p:cNvSpPr/>
          <p:nvPr/>
        </p:nvSpPr>
        <p:spPr>
          <a:xfrm>
            <a:off x="4572000" y="1645920"/>
            <a:ext cx="402336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lnSpc>
                <a:spcPts val="2400"/>
              </a:lnSpc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customer retention rates.</a:t>
            </a:r>
            <a:pPr algn="l" marL="342900" indent="-342900">
              <a:lnSpc>
                <a:spcPts val="2400"/>
              </a:lnSpc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Effective change management processes.</a:t>
            </a:r>
            <a:endParaRPr lang="en-US" sz="1400" dirty="0"/>
          </a:p>
        </p:txBody>
      </p:sp>
      <p:sp>
        <p:nvSpPr>
          <p:cNvPr id="5" name="dd9e23bd-0a56-44f5-8809-2eb353d12fb3"/>
          <p:cNvSpPr/>
          <p:nvPr/>
        </p:nvSpPr>
        <p:spPr>
          <a:xfrm>
            <a:off x="457200" y="5120640"/>
            <a:ext cx="2743200" cy="822960"/>
          </a:xfrm>
          <a:prstGeom prst="rect">
            <a:avLst/>
          </a:prstGeom>
          <a:solidFill>
            <a:srgbClr val="F4F4F4"/>
          </a:solidFill>
          <a:ln w="12700">
            <a:solidFill>
              <a:srgbClr val="002D9C"/>
            </a:solidFill>
            <a:prstDash val="solid"/>
          </a:ln>
        </p:spPr>
      </p:sp>
      <p:sp>
        <p:nvSpPr>
          <p:cNvPr id="6" name="ae77df21-710f-4732-9c5d-a0b48bd8a0f0"/>
          <p:cNvSpPr/>
          <p:nvPr/>
        </p:nvSpPr>
        <p:spPr>
          <a:xfrm>
            <a:off x="548640" y="516636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Retention Rate: 95%</a:t>
            </a:r>
            <a:endParaRPr lang="en-US" sz="1200" dirty="0"/>
          </a:p>
        </p:txBody>
      </p:sp>
      <p:sp>
        <p:nvSpPr>
          <p:cNvPr id="7" name="7d7a970e-99d3-40d6-85d5-8411b93a4254"/>
          <p:cNvSpPr/>
          <p:nvPr/>
        </p:nvSpPr>
        <p:spPr>
          <a:xfrm>
            <a:off x="548640" y="54864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retention in Cloud ERP services</a:t>
            </a:r>
            <a:endParaRPr lang="en-US" sz="1000" dirty="0"/>
          </a:p>
        </p:txBody>
      </p:sp>
      <p:sp>
        <p:nvSpPr>
          <p:cNvPr id="8" name="c0a34135-2a7e-47f7-9e09-ca1b6010291f"/>
          <p:cNvSpPr/>
          <p:nvPr/>
        </p:nvSpPr>
        <p:spPr>
          <a:xfrm>
            <a:off x="548640" y="576072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RFI § 2026-01-12T13-23-46-101Z_Welcome Packet for Cloud ERP Services, 2026[66].pdf - Page 20</a:t>
            </a:r>
            <a:endParaRPr lang="en-US" sz="900" dirty="0"/>
          </a:p>
        </p:txBody>
      </p:sp>
      <p:sp>
        <p:nvSpPr>
          <p:cNvPr id="9" name="91a4ba39-340f-4772-97d0-258098c7b9b9"/>
          <p:cNvSpPr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solidFill>
            <a:srgbClr val="E8F5E9"/>
          </a:solidFill>
          <a:ln w="12700">
            <a:solidFill>
              <a:srgbClr val="24A148"/>
            </a:solidFill>
            <a:prstDash val="solid"/>
          </a:ln>
        </p:spPr>
      </p:sp>
      <p:sp>
        <p:nvSpPr>
          <p:cNvPr id="10" name="955d5247-4476-4ca7-8a5b-8e680bda17e7"/>
          <p:cNvSpPr/>
          <p:nvPr/>
        </p:nvSpPr>
        <p:spPr>
          <a:xfrm>
            <a:off x="548640" y="635508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4A1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📌 Evidence: RFI § 2026-01-12T13-23-46-101Z_Welcome Packet for Cloud ERP Services, 2026[66].pdf - Page 20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564339878"/>
      </p:ext>
    </p:extLst>
  </p:cSld>
  <p:clrMapOvr>
    <a:masterClrMapping/>
  </p:clrMapOvr>
  <p:transition spd="med"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697329ce-08f9-411e-97f0-6f8334b6d51e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Financial Metrics</a:t>
            </a:r>
            <a:endParaRPr lang="en-US" sz="2400" dirty="0"/>
          </a:p>
        </p:txBody>
      </p:sp>
      <p:sp>
        <p:nvSpPr>
          <p:cNvPr id="3" name="38854234-641b-482d-b063-a65c4b686ecb"/>
          <p:cNvSpPr/>
          <p:nvPr/>
        </p:nvSpPr>
        <p:spPr>
          <a:xfrm>
            <a:off x="457200" y="1371600"/>
            <a:ext cx="2743200" cy="1828800"/>
          </a:xfrm>
          <a:prstGeom prst="rect">
            <a:avLst/>
          </a:prstGeom>
          <a:solidFill>
            <a:srgbClr val="F4F4F4"/>
          </a:solidFill>
          <a:ln w="12700">
            <a:solidFill>
              <a:srgbClr val="002D9C"/>
            </a:solidFill>
            <a:prstDash val="solid"/>
          </a:ln>
        </p:spPr>
      </p:sp>
      <p:sp>
        <p:nvSpPr>
          <p:cNvPr id="4" name="8e02f8ba-9a67-4cd6-8fcb-48083dbdb35a"/>
          <p:cNvSpPr/>
          <p:nvPr/>
        </p:nvSpPr>
        <p:spPr>
          <a:xfrm>
            <a:off x="548640" y="14630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Year-over-Year Growth</a:t>
            </a:r>
            <a:endParaRPr lang="en-US" sz="1200" dirty="0"/>
          </a:p>
        </p:txBody>
      </p:sp>
      <p:sp>
        <p:nvSpPr>
          <p:cNvPr id="5" name="3b27f66c-1f46-4f84-9957-618f6125a153"/>
          <p:cNvSpPr/>
          <p:nvPr/>
        </p:nvSpPr>
        <p:spPr>
          <a:xfrm>
            <a:off x="548640" y="182880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</a:t>
            </a:r>
            <a:endParaRPr lang="en-US" sz="2400" dirty="0"/>
          </a:p>
        </p:txBody>
      </p:sp>
      <p:sp>
        <p:nvSpPr>
          <p:cNvPr id="6" name="6669a39c-9a4c-46b0-9d31-7a844cc02014"/>
          <p:cNvSpPr/>
          <p:nvPr/>
        </p:nvSpPr>
        <p:spPr>
          <a:xfrm>
            <a:off x="548640" y="24688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Consistent growth in Cloud ERP services</a:t>
            </a:r>
            <a:endParaRPr lang="en-US" sz="1000" dirty="0"/>
          </a:p>
        </p:txBody>
      </p:sp>
      <p:sp>
        <p:nvSpPr>
          <p:cNvPr id="7" name="10714aa5-5ba8-48fa-a66d-89617573fc4e"/>
          <p:cNvSpPr/>
          <p:nvPr/>
        </p:nvSpPr>
        <p:spPr>
          <a:xfrm>
            <a:off x="548640" y="28346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RFI § 2026-01-12T13-23-46-101Z_Welcome Packet for Cloud ERP Services, 2026[66].pdf - Page 20</a:t>
            </a:r>
            <a:endParaRPr lang="en-US" sz="900" dirty="0"/>
          </a:p>
        </p:txBody>
      </p:sp>
      <p:sp>
        <p:nvSpPr>
          <p:cNvPr id="8" name="456b8125-9eed-4793-955f-40e066644eb4"/>
          <p:cNvSpPr/>
          <p:nvPr/>
        </p:nvSpPr>
        <p:spPr>
          <a:xfrm>
            <a:off x="3291840" y="1371600"/>
            <a:ext cx="2743200" cy="1828800"/>
          </a:xfrm>
          <a:prstGeom prst="rect">
            <a:avLst/>
          </a:prstGeom>
          <a:solidFill>
            <a:srgbClr val="F4F4F4"/>
          </a:solidFill>
          <a:ln w="12700">
            <a:solidFill>
              <a:srgbClr val="002D9C"/>
            </a:solidFill>
            <a:prstDash val="solid"/>
          </a:ln>
        </p:spPr>
      </p:sp>
      <p:sp>
        <p:nvSpPr>
          <p:cNvPr id="9" name="365d7eb2-f2d9-4923-9f55-9f0f5d501cbd"/>
          <p:cNvSpPr/>
          <p:nvPr/>
        </p:nvSpPr>
        <p:spPr>
          <a:xfrm>
            <a:off x="3383280" y="14630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Revenue Growth</a:t>
            </a:r>
            <a:endParaRPr lang="en-US" sz="1200" dirty="0"/>
          </a:p>
        </p:txBody>
      </p:sp>
      <p:sp>
        <p:nvSpPr>
          <p:cNvPr id="10" name="69190306-4e64-401f-8d4b-c21eae262bad"/>
          <p:cNvSpPr/>
          <p:nvPr/>
        </p:nvSpPr>
        <p:spPr>
          <a:xfrm>
            <a:off x="3383280" y="182880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8%</a:t>
            </a:r>
            <a:endParaRPr lang="en-US" sz="2400" dirty="0"/>
          </a:p>
        </p:txBody>
      </p:sp>
      <p:sp>
        <p:nvSpPr>
          <p:cNvPr id="11" name="e1447847-239f-47ec-8826-484b2227e8e2"/>
          <p:cNvSpPr/>
          <p:nvPr/>
        </p:nvSpPr>
        <p:spPr>
          <a:xfrm>
            <a:off x="3383280" y="24688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Growth in specific markets</a:t>
            </a:r>
            <a:endParaRPr lang="en-US" sz="1000" dirty="0"/>
          </a:p>
        </p:txBody>
      </p:sp>
      <p:sp>
        <p:nvSpPr>
          <p:cNvPr id="12" name="9593ee82-2780-494c-b0e2-c2c1745ccd12"/>
          <p:cNvSpPr/>
          <p:nvPr/>
        </p:nvSpPr>
        <p:spPr>
          <a:xfrm>
            <a:off x="3383280" y="28346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RFI § 2026-01-12T13-23-46-101Z_Welcome Packet for Cloud ERP Services, 2026[66].pdf - Page 20</a:t>
            </a:r>
            <a:endParaRPr lang="en-US" sz="900" dirty="0"/>
          </a:p>
        </p:txBody>
      </p:sp>
      <p:sp>
        <p:nvSpPr>
          <p:cNvPr id="13" name="cf2494a6-7ae8-4802-943c-3b853ad10d33"/>
          <p:cNvSpPr/>
          <p:nvPr/>
        </p:nvSpPr>
        <p:spPr>
          <a:xfrm>
            <a:off x="6126480" y="1371600"/>
            <a:ext cx="2743200" cy="1828800"/>
          </a:xfrm>
          <a:prstGeom prst="rect">
            <a:avLst/>
          </a:prstGeom>
          <a:solidFill>
            <a:srgbClr val="F4F4F4"/>
          </a:solidFill>
          <a:ln w="12700">
            <a:solidFill>
              <a:srgbClr val="002D9C"/>
            </a:solidFill>
            <a:prstDash val="solid"/>
          </a:ln>
        </p:spPr>
      </p:sp>
      <p:sp>
        <p:nvSpPr>
          <p:cNvPr id="14" name="9b2643cb-2abb-4b91-9bd4-70b8e4276268"/>
          <p:cNvSpPr/>
          <p:nvPr/>
        </p:nvSpPr>
        <p:spPr>
          <a:xfrm>
            <a:off x="6217920" y="14630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Retention Rate</a:t>
            </a:r>
            <a:endParaRPr lang="en-US" sz="1200" dirty="0"/>
          </a:p>
        </p:txBody>
      </p:sp>
      <p:sp>
        <p:nvSpPr>
          <p:cNvPr id="15" name="82df9772-5d2a-447e-a2b8-900b1a447821"/>
          <p:cNvSpPr/>
          <p:nvPr/>
        </p:nvSpPr>
        <p:spPr>
          <a:xfrm>
            <a:off x="6217920" y="182880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95%</a:t>
            </a:r>
            <a:endParaRPr lang="en-US" sz="2400" dirty="0"/>
          </a:p>
        </p:txBody>
      </p:sp>
      <p:sp>
        <p:nvSpPr>
          <p:cNvPr id="16" name="972f55da-d5e5-481a-b820-c988991e519d"/>
          <p:cNvSpPr/>
          <p:nvPr/>
        </p:nvSpPr>
        <p:spPr>
          <a:xfrm>
            <a:off x="6217920" y="24688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customer retention</a:t>
            </a:r>
            <a:endParaRPr lang="en-US" sz="1000" dirty="0"/>
          </a:p>
        </p:txBody>
      </p:sp>
      <p:sp>
        <p:nvSpPr>
          <p:cNvPr id="17" name="f1620076-8853-4f45-a0fb-dfd8844ca933"/>
          <p:cNvSpPr/>
          <p:nvPr/>
        </p:nvSpPr>
        <p:spPr>
          <a:xfrm>
            <a:off x="6217920" y="28346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RFI § 2026-01-12T13-23-46-101Z_Welcome Packet for Cloud ERP Services, 2026[66].pdf - Page 20</a:t>
            </a:r>
            <a:endParaRPr lang="en-US" sz="900" dirty="0"/>
          </a:p>
        </p:txBody>
      </p:sp>
      <p:sp>
        <p:nvSpPr>
          <p:cNvPr id="18" name="38d26556-945e-4c8b-80e4-608494d46e49"/>
          <p:cNvSpPr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solidFill>
            <a:srgbClr val="E8F5E9"/>
          </a:solidFill>
          <a:ln w="12700">
            <a:solidFill>
              <a:srgbClr val="24A148"/>
            </a:solidFill>
            <a:prstDash val="solid"/>
          </a:ln>
        </p:spPr>
      </p:sp>
      <p:sp>
        <p:nvSpPr>
          <p:cNvPr id="19" name="fc1fadd3-e043-4975-90c5-9a166dca92e1"/>
          <p:cNvSpPr/>
          <p:nvPr/>
        </p:nvSpPr>
        <p:spPr>
          <a:xfrm>
            <a:off x="548640" y="635508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4A1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📌 Evidence: RFI § 2026-01-12T13-23-46-101Z_Welcome Packet for Cloud ERP Services, 2026[66].pdf - Page 20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564339878"/>
      </p:ext>
    </p:extLst>
  </p:cSld>
  <p:clrMapOvr>
    <a:masterClrMapping/>
  </p:clrMapOvr>
  <p:transition spd="med"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d5abbef-71e8-49c8-9543-5af98dba3328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Studies Overview</a:t>
            </a:r>
            <a:endParaRPr lang="en-US" sz="2400" dirty="0"/>
          </a:p>
        </p:txBody>
      </p:sp>
      <p:sp>
        <p:nvSpPr>
          <p:cNvPr id="3" name="0c0b5b70-fe6e-4ee7-9025-0cca2ac42138"/>
          <p:cNvSpPr/>
          <p:nvPr/>
        </p:nvSpPr>
        <p:spPr>
          <a:xfrm>
            <a:off x="457200" y="1371600"/>
            <a:ext cx="3474720" cy="1463040"/>
          </a:xfrm>
          <a:prstGeom prst="rect">
            <a:avLst/>
          </a:prstGeom>
          <a:solidFill>
            <a:srgbClr val="F4F4F4"/>
          </a:solidFill>
          <a:ln w="12700">
            <a:solidFill>
              <a:srgbClr val="002D9C"/>
            </a:solidFill>
            <a:prstDash val="solid"/>
          </a:ln>
        </p:spPr>
      </p:sp>
      <p:sp>
        <p:nvSpPr>
          <p:cNvPr id="4" name="13cdb8ac-41f4-43c1-9f01-268274412b05"/>
          <p:cNvSpPr/>
          <p:nvPr/>
        </p:nvSpPr>
        <p:spPr>
          <a:xfrm>
            <a:off x="548640" y="141732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{TO_FILL}</a:t>
            </a:r>
            <a:endParaRPr lang="en-US" sz="1200" dirty="0"/>
          </a:p>
        </p:txBody>
      </p:sp>
      <p:sp>
        <p:nvSpPr>
          <p:cNvPr id="5" name="7df42822-ece0-428c-a19d-cf9a03af7c77"/>
          <p:cNvSpPr/>
          <p:nvPr/>
        </p:nvSpPr>
        <p:spPr>
          <a:xfrm>
            <a:off x="548640" y="1737360"/>
            <a:ext cx="3291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case: {TO_FILL}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Industry/Region: {TO_FILL} / {TO_FILL}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Outcome: {TO_FILL} ({TO_FILL})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Reference: {TO_FILL}</a:t>
            </a:r>
            <a:endParaRPr lang="en-US" sz="1000" dirty="0"/>
          </a:p>
        </p:txBody>
      </p:sp>
      <p:sp>
        <p:nvSpPr>
          <p:cNvPr id="6" name="35c6fdf5-298a-4573-bdd6-93ef511616cd"/>
          <p:cNvSpPr/>
          <p:nvPr/>
        </p:nvSpPr>
        <p:spPr>
          <a:xfrm>
            <a:off x="4480560" y="1371600"/>
            <a:ext cx="3474720" cy="1463040"/>
          </a:xfrm>
          <a:prstGeom prst="rect">
            <a:avLst/>
          </a:prstGeom>
          <a:solidFill>
            <a:srgbClr val="F4F4F4"/>
          </a:solidFill>
          <a:ln w="12700">
            <a:solidFill>
              <a:srgbClr val="002D9C"/>
            </a:solidFill>
            <a:prstDash val="solid"/>
          </a:ln>
        </p:spPr>
      </p:sp>
      <p:sp>
        <p:nvSpPr>
          <p:cNvPr id="7" name="ca3dbfdd-f906-4666-a0de-ae9c77a86930"/>
          <p:cNvSpPr/>
          <p:nvPr/>
        </p:nvSpPr>
        <p:spPr>
          <a:xfrm>
            <a:off x="4572000" y="141732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{TO_FILL}</a:t>
            </a:r>
            <a:endParaRPr lang="en-US" sz="1200" dirty="0"/>
          </a:p>
        </p:txBody>
      </p:sp>
      <p:sp>
        <p:nvSpPr>
          <p:cNvPr id="8" name="f8e2645c-8882-451c-bd08-b7bca36e4521"/>
          <p:cNvSpPr/>
          <p:nvPr/>
        </p:nvSpPr>
        <p:spPr>
          <a:xfrm>
            <a:off x="4572000" y="1737360"/>
            <a:ext cx="3291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case: {TO_FILL}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Industry/Region: {TO_FILL} / {TO_FILL}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Outcome: {TO_FILL} ({TO_FILL})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Reference: {TO_FILL}</a:t>
            </a:r>
            <a:endParaRPr lang="en-US" sz="1000" dirty="0"/>
          </a:p>
        </p:txBody>
      </p:sp>
      <p:sp>
        <p:nvSpPr>
          <p:cNvPr id="9" name="b0dfef6a-1b43-44ea-8e76-ff4fb8cc6897"/>
          <p:cNvSpPr/>
          <p:nvPr/>
        </p:nvSpPr>
        <p:spPr>
          <a:xfrm>
            <a:off x="457200" y="3017520"/>
            <a:ext cx="3474720" cy="1463040"/>
          </a:xfrm>
          <a:prstGeom prst="rect">
            <a:avLst/>
          </a:prstGeom>
          <a:solidFill>
            <a:srgbClr val="F4F4F4"/>
          </a:solidFill>
          <a:ln w="12700">
            <a:solidFill>
              <a:srgbClr val="002D9C"/>
            </a:solidFill>
            <a:prstDash val="solid"/>
          </a:ln>
        </p:spPr>
      </p:sp>
      <p:sp>
        <p:nvSpPr>
          <p:cNvPr id="10" name="41f25d09-7b91-4f0c-bd6e-e0a848cde5a6"/>
          <p:cNvSpPr/>
          <p:nvPr/>
        </p:nvSpPr>
        <p:spPr>
          <a:xfrm>
            <a:off x="548640" y="306324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{TO_FILL}</a:t>
            </a:r>
            <a:endParaRPr lang="en-US" sz="1200" dirty="0"/>
          </a:p>
        </p:txBody>
      </p:sp>
      <p:sp>
        <p:nvSpPr>
          <p:cNvPr id="11" name="2045f05e-358d-4ef3-93ed-7c1d5bc74ba7"/>
          <p:cNvSpPr/>
          <p:nvPr/>
        </p:nvSpPr>
        <p:spPr>
          <a:xfrm>
            <a:off x="548640" y="3383280"/>
            <a:ext cx="3291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case: {TO_FILL}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Industry/Region: {TO_FILL} / {TO_FILL}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Outcome: {TO_FILL} ({TO_FILL})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Reference: {TO_FILL}</a:t>
            </a:r>
            <a:endParaRPr lang="en-US" sz="1000" dirty="0"/>
          </a:p>
        </p:txBody>
      </p:sp>
      <p:sp>
        <p:nvSpPr>
          <p:cNvPr id="12" name="858157fc-8fb2-42e4-b3f7-b254c208cbe1"/>
          <p:cNvSpPr/>
          <p:nvPr/>
        </p:nvSpPr>
        <p:spPr>
          <a:xfrm>
            <a:off x="4480560" y="3017520"/>
            <a:ext cx="3474720" cy="1463040"/>
          </a:xfrm>
          <a:prstGeom prst="rect">
            <a:avLst/>
          </a:prstGeom>
          <a:solidFill>
            <a:srgbClr val="F4F4F4"/>
          </a:solidFill>
          <a:ln w="12700">
            <a:solidFill>
              <a:srgbClr val="002D9C"/>
            </a:solidFill>
            <a:prstDash val="solid"/>
          </a:ln>
        </p:spPr>
      </p:sp>
      <p:sp>
        <p:nvSpPr>
          <p:cNvPr id="13" name="b59f1d4b-a493-48b1-b275-a79c3d2eb006"/>
          <p:cNvSpPr/>
          <p:nvPr/>
        </p:nvSpPr>
        <p:spPr>
          <a:xfrm>
            <a:off x="4572000" y="306324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{TO_FILL}</a:t>
            </a:r>
            <a:endParaRPr lang="en-US" sz="1200" dirty="0"/>
          </a:p>
        </p:txBody>
      </p:sp>
      <p:sp>
        <p:nvSpPr>
          <p:cNvPr id="14" name="6604c860-ed79-4d9e-9b63-0f6902da607a"/>
          <p:cNvSpPr/>
          <p:nvPr/>
        </p:nvSpPr>
        <p:spPr>
          <a:xfrm>
            <a:off x="4572000" y="3383280"/>
            <a:ext cx="3291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case: {TO_FILL}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Industry/Region: {TO_FILL} / {TO_FILL}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Outcome: {TO_FILL} ({TO_FILL})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Reference: {TO_FILL}</a:t>
            </a:r>
            <a:endParaRPr lang="en-US" sz="1000" dirty="0"/>
          </a:p>
        </p:txBody>
      </p:sp>
      <p:sp>
        <p:nvSpPr>
          <p:cNvPr id="15" name="65bc8601-1fdb-49df-a1e3-643f8b97d899"/>
          <p:cNvSpPr/>
          <p:nvPr/>
        </p:nvSpPr>
        <p:spPr>
          <a:xfrm>
            <a:off x="2468880" y="4663440"/>
            <a:ext cx="3474720" cy="1463040"/>
          </a:xfrm>
          <a:prstGeom prst="rect">
            <a:avLst/>
          </a:prstGeom>
          <a:solidFill>
            <a:srgbClr val="F4F4F4"/>
          </a:solidFill>
          <a:ln w="12700">
            <a:solidFill>
              <a:srgbClr val="002D9C"/>
            </a:solidFill>
            <a:prstDash val="solid"/>
          </a:ln>
        </p:spPr>
      </p:sp>
      <p:sp>
        <p:nvSpPr>
          <p:cNvPr id="16" name="0dae489b-734b-426b-a7cc-021e57d71117"/>
          <p:cNvSpPr/>
          <p:nvPr/>
        </p:nvSpPr>
        <p:spPr>
          <a:xfrm>
            <a:off x="2560320" y="470916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{TO_FILL}</a:t>
            </a:r>
            <a:endParaRPr lang="en-US" sz="1200" dirty="0"/>
          </a:p>
        </p:txBody>
      </p:sp>
      <p:sp>
        <p:nvSpPr>
          <p:cNvPr id="17" name="61319497-cabb-42e9-9fda-b737d797044a"/>
          <p:cNvSpPr/>
          <p:nvPr/>
        </p:nvSpPr>
        <p:spPr>
          <a:xfrm>
            <a:off x="2560320" y="5029200"/>
            <a:ext cx="3291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case: {TO_FILL}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Industry/Region: {TO_FILL} / {TO_FILL}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Outcome: {TO_FILL} ({TO_FILL})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Reference: {TO_FILL}</a:t>
            </a:r>
            <a:endParaRPr lang="en-US" sz="1000" dirty="0"/>
          </a:p>
        </p:txBody>
      </p:sp>
      <p:sp>
        <p:nvSpPr>
          <p:cNvPr id="18" name="f09883ab-e5cc-4e3e-bac5-a97b30a7efb3"/>
          <p:cNvSpPr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solidFill>
            <a:srgbClr val="E8F5E9"/>
          </a:solidFill>
          <a:ln w="12700">
            <a:solidFill>
              <a:srgbClr val="24A148"/>
            </a:solidFill>
            <a:prstDash val="solid"/>
          </a:ln>
        </p:spPr>
      </p:sp>
      <p:sp>
        <p:nvSpPr>
          <p:cNvPr id="19" name="751a68b2-168f-48b5-abd4-421adbb9b0c1"/>
          <p:cNvSpPr/>
          <p:nvPr/>
        </p:nvSpPr>
        <p:spPr>
          <a:xfrm>
            <a:off x="548640" y="635508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4A1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📌 Evidence: {TO_FILL}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564339878"/>
      </p:ext>
    </p:extLst>
  </p:cSld>
  <p:clrMapOvr>
    <a:masterClrMapping/>
  </p:clrMapOvr>
  <p:transition spd="med"/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87992dd-afd8-4fe3-9452-a5991d07281b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Study Deep Dive</a:t>
            </a:r>
            <a:endParaRPr lang="en-US" sz="2400" dirty="0"/>
          </a:p>
        </p:txBody>
      </p:sp>
      <p:sp>
        <p:nvSpPr>
          <p:cNvPr id="3" name="1c90bd37-dabb-403b-a740-df33555c3f8c"/>
          <p:cNvSpPr/>
          <p:nvPr/>
        </p:nvSpPr>
        <p:spPr>
          <a:xfrm>
            <a:off x="457200" y="1280160"/>
            <a:ext cx="82296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case: {TO_FILL}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Industry/Region: {TO_FILL} / {TO_FILL}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Challenge: {TO_FILL}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Approach: {TO_FILL}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Capabilities/IP: {TO_FILL}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Outcomes: {TO_FILL} ({TO_FILL})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Reference: {TO_FILL}</a:t>
            </a:r>
            <a:endParaRPr lang="en-US" sz="1200" dirty="0"/>
          </a:p>
        </p:txBody>
      </p:sp>
      <p:sp>
        <p:nvSpPr>
          <p:cNvPr id="4" name="7f51bc6a-246d-4662-a633-ced1968034d8"/>
          <p:cNvSpPr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solidFill>
            <a:srgbClr val="E8F5E9"/>
          </a:solidFill>
          <a:ln w="12700">
            <a:solidFill>
              <a:srgbClr val="24A148"/>
            </a:solidFill>
            <a:prstDash val="solid"/>
          </a:ln>
        </p:spPr>
      </p:sp>
      <p:sp>
        <p:nvSpPr>
          <p:cNvPr id="5" name="e7431cee-c275-4022-80cf-b4d0d76c6d92"/>
          <p:cNvSpPr/>
          <p:nvPr/>
        </p:nvSpPr>
        <p:spPr>
          <a:xfrm>
            <a:off x="548640" y="635508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4A1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📌 Evidence: {TO_FILL}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564339878"/>
      </p:ext>
    </p:extLst>
  </p:cSld>
  <p:clrMapOvr>
    <a:masterClrMapping/>
  </p:clrMapOvr>
  <p:transition spd="med"/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8779cbdf-a03b-4e2d-9463-64ce91df4def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 Strategy Alignment</a:t>
            </a:r>
            <a:endParaRPr lang="en-US" sz="2400" dirty="0"/>
          </a:p>
        </p:txBody>
      </p:sp>
      <p:sp>
        <p:nvSpPr>
          <p:cNvPr id="3" name="1c2ac3f4-bf96-4c4c-9ea8-a7cd7d3b4412"/>
          <p:cNvSpPr/>
          <p:nvPr/>
        </p:nvSpPr>
        <p:spPr>
          <a:xfrm>
            <a:off x="457200" y="1645920"/>
            <a:ext cx="402336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lnSpc>
                <a:spcPts val="2400"/>
              </a:lnSpc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Alignment with IBM's strategic goals.</a:t>
            </a:r>
            <a:pPr algn="l" marL="342900" indent="-342900">
              <a:lnSpc>
                <a:spcPts val="2400"/>
              </a:lnSpc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 in emerging technologies like GenAI.</a:t>
            </a:r>
            <a:endParaRPr lang="en-US" sz="1400" dirty="0"/>
          </a:p>
        </p:txBody>
      </p:sp>
      <p:sp>
        <p:nvSpPr>
          <p:cNvPr id="4" name="c712d383-f045-4176-942e-e6fdf7fa1d5d"/>
          <p:cNvSpPr/>
          <p:nvPr/>
        </p:nvSpPr>
        <p:spPr>
          <a:xfrm>
            <a:off x="4572000" y="1645920"/>
            <a:ext cx="402336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lnSpc>
                <a:spcPts val="2400"/>
              </a:lnSpc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Focus on long-term client success.</a:t>
            </a:r>
            <a:pPr algn="l" marL="342900" indent="-342900">
              <a:lnSpc>
                <a:spcPts val="2400"/>
              </a:lnSpc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Adaptability to market changes.</a:t>
            </a:r>
            <a:endParaRPr lang="en-US" sz="1400" dirty="0"/>
          </a:p>
        </p:txBody>
      </p:sp>
      <p:sp>
        <p:nvSpPr>
          <p:cNvPr id="5" name="1d4f9dff-2240-40cd-8cde-2b32f7ea8821"/>
          <p:cNvSpPr/>
          <p:nvPr/>
        </p:nvSpPr>
        <p:spPr>
          <a:xfrm>
            <a:off x="457200" y="5120640"/>
            <a:ext cx="2743200" cy="822960"/>
          </a:xfrm>
          <a:prstGeom prst="rect">
            <a:avLst/>
          </a:prstGeom>
          <a:solidFill>
            <a:srgbClr val="F4F4F4"/>
          </a:solidFill>
          <a:ln w="12700">
            <a:solidFill>
              <a:srgbClr val="002D9C"/>
            </a:solidFill>
            <a:prstDash val="solid"/>
          </a:ln>
        </p:spPr>
      </p:sp>
      <p:sp>
        <p:nvSpPr>
          <p:cNvPr id="6" name="6a78f7cf-5865-430b-94d7-2870afb05e73"/>
          <p:cNvSpPr/>
          <p:nvPr/>
        </p:nvSpPr>
        <p:spPr>
          <a:xfrm>
            <a:off x="548640" y="516636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Investment: 20%</a:t>
            </a:r>
            <a:endParaRPr lang="en-US" sz="1200" dirty="0"/>
          </a:p>
        </p:txBody>
      </p:sp>
      <p:sp>
        <p:nvSpPr>
          <p:cNvPr id="7" name="4744f13c-0d39-478f-aaaa-53228231eec3"/>
          <p:cNvSpPr/>
          <p:nvPr/>
        </p:nvSpPr>
        <p:spPr>
          <a:xfrm>
            <a:off x="548640" y="54864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 in innovation and technology</a:t>
            </a:r>
            <a:endParaRPr lang="en-US" sz="1000" dirty="0"/>
          </a:p>
        </p:txBody>
      </p:sp>
      <p:sp>
        <p:nvSpPr>
          <p:cNvPr id="8" name="69ab0dfd-18d9-4678-8864-13aa8c827051"/>
          <p:cNvSpPr/>
          <p:nvPr/>
        </p:nvSpPr>
        <p:spPr>
          <a:xfrm>
            <a:off x="548640" y="576072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RFI § 2026-01-12T13-23-46-101Z_Welcome Packet for Cloud ERP Services, 2026[66].pdf - Page 20</a:t>
            </a:r>
            <a:endParaRPr lang="en-US" sz="900" dirty="0"/>
          </a:p>
        </p:txBody>
      </p:sp>
      <p:sp>
        <p:nvSpPr>
          <p:cNvPr id="9" name="5da4a21f-bca6-4ad5-bce4-7758f5ccf4a5"/>
          <p:cNvSpPr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solidFill>
            <a:srgbClr val="E8F5E9"/>
          </a:solidFill>
          <a:ln w="12700">
            <a:solidFill>
              <a:srgbClr val="24A148"/>
            </a:solidFill>
            <a:prstDash val="solid"/>
          </a:ln>
        </p:spPr>
      </p:sp>
      <p:sp>
        <p:nvSpPr>
          <p:cNvPr id="10" name="a1803eca-7d33-4103-804d-ef2aaa656953"/>
          <p:cNvSpPr/>
          <p:nvPr/>
        </p:nvSpPr>
        <p:spPr>
          <a:xfrm>
            <a:off x="548640" y="635508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4A1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📌 Evidence: RFI § 2026-01-12T13-23-46-101Z_Welcome Packet for Cloud ERP Services, 2026[66].pdf - Page 20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564339878"/>
      </p:ext>
    </p:extLst>
  </p:cSld>
  <p:clrMapOvr>
    <a:masterClrMapping/>
  </p:clrMapOvr>
  <p:transition spd="med"/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3a606c59-96b8-4020-ba93-d1ee49190962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Operational Excellence</a:t>
            </a:r>
            <a:endParaRPr lang="en-US" sz="2400" dirty="0"/>
          </a:p>
        </p:txBody>
      </p:sp>
      <p:sp>
        <p:nvSpPr>
          <p:cNvPr id="3" name="8d447346-008e-483d-bcbc-b16ec7370f75"/>
          <p:cNvSpPr/>
          <p:nvPr/>
        </p:nvSpPr>
        <p:spPr>
          <a:xfrm>
            <a:off x="457200" y="1371600"/>
            <a:ext cx="2743200" cy="1828800"/>
          </a:xfrm>
          <a:prstGeom prst="rect">
            <a:avLst/>
          </a:prstGeom>
          <a:solidFill>
            <a:srgbClr val="F4F4F4"/>
          </a:solidFill>
          <a:ln w="12700">
            <a:solidFill>
              <a:srgbClr val="002D9C"/>
            </a:solidFill>
            <a:prstDash val="solid"/>
          </a:ln>
        </p:spPr>
      </p:sp>
      <p:sp>
        <p:nvSpPr>
          <p:cNvPr id="4" name="3ca93309-179e-4390-a034-0aad7f778823"/>
          <p:cNvSpPr/>
          <p:nvPr/>
        </p:nvSpPr>
        <p:spPr>
          <a:xfrm>
            <a:off x="548640" y="14630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Operational Maturity</a:t>
            </a:r>
            <a:endParaRPr lang="en-US" sz="1200" dirty="0"/>
          </a:p>
        </p:txBody>
      </p:sp>
      <p:sp>
        <p:nvSpPr>
          <p:cNvPr id="5" name="3a147641-d072-43cf-8a15-8122d84dd683"/>
          <p:cNvSpPr/>
          <p:nvPr/>
        </p:nvSpPr>
        <p:spPr>
          <a:xfrm>
            <a:off x="548640" y="182880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2400" dirty="0"/>
          </a:p>
        </p:txBody>
      </p:sp>
      <p:sp>
        <p:nvSpPr>
          <p:cNvPr id="6" name="5648f6e3-b954-4ea6-88db-35787abbafbd"/>
          <p:cNvSpPr/>
          <p:nvPr/>
        </p:nvSpPr>
        <p:spPr>
          <a:xfrm>
            <a:off x="548640" y="24688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Robust processes and systems</a:t>
            </a:r>
            <a:endParaRPr lang="en-US" sz="1000" dirty="0"/>
          </a:p>
        </p:txBody>
      </p:sp>
      <p:sp>
        <p:nvSpPr>
          <p:cNvPr id="7" name="a12bdb67-8f13-4059-8fd0-844933958d97"/>
          <p:cNvSpPr/>
          <p:nvPr/>
        </p:nvSpPr>
        <p:spPr>
          <a:xfrm>
            <a:off x="548640" y="28346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RFI § 2026-01-12T13-23-46-101Z_Welcome Packet for Cloud ERP Services, 2026[66].pdf - Page 20</a:t>
            </a:r>
            <a:endParaRPr lang="en-US" sz="900" dirty="0"/>
          </a:p>
        </p:txBody>
      </p:sp>
      <p:sp>
        <p:nvSpPr>
          <p:cNvPr id="8" name="ca7c399f-bf12-4bc7-b2cb-3075d4ae9ba0"/>
          <p:cNvSpPr/>
          <p:nvPr/>
        </p:nvSpPr>
        <p:spPr>
          <a:xfrm>
            <a:off x="3291840" y="1371600"/>
            <a:ext cx="2743200" cy="1828800"/>
          </a:xfrm>
          <a:prstGeom prst="rect">
            <a:avLst/>
          </a:prstGeom>
          <a:solidFill>
            <a:srgbClr val="F4F4F4"/>
          </a:solidFill>
          <a:ln w="12700">
            <a:solidFill>
              <a:srgbClr val="002D9C"/>
            </a:solidFill>
            <a:prstDash val="solid"/>
          </a:ln>
        </p:spPr>
      </p:sp>
      <p:sp>
        <p:nvSpPr>
          <p:cNvPr id="9" name="a8feee96-4e1d-49db-926f-3768187f74dd"/>
          <p:cNvSpPr/>
          <p:nvPr/>
        </p:nvSpPr>
        <p:spPr>
          <a:xfrm>
            <a:off x="3383280" y="14630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 Health</a:t>
            </a:r>
            <a:endParaRPr lang="en-US" sz="1200" dirty="0"/>
          </a:p>
        </p:txBody>
      </p:sp>
      <p:sp>
        <p:nvSpPr>
          <p:cNvPr id="10" name="e91d4321-9b75-4b0e-8956-948c328b5568"/>
          <p:cNvSpPr/>
          <p:nvPr/>
        </p:nvSpPr>
        <p:spPr>
          <a:xfrm>
            <a:off x="3383280" y="182880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Stable</a:t>
            </a:r>
            <a:endParaRPr lang="en-US" sz="2400" dirty="0"/>
          </a:p>
        </p:txBody>
      </p:sp>
      <p:sp>
        <p:nvSpPr>
          <p:cNvPr id="11" name="e81897a6-b8a8-4925-bde9-fedd78b5a667"/>
          <p:cNvSpPr/>
          <p:nvPr/>
        </p:nvSpPr>
        <p:spPr>
          <a:xfrm>
            <a:off x="3383280" y="24688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Consistent financial performance</a:t>
            </a:r>
            <a:endParaRPr lang="en-US" sz="1000" dirty="0"/>
          </a:p>
        </p:txBody>
      </p:sp>
      <p:sp>
        <p:nvSpPr>
          <p:cNvPr id="12" name="c91dd136-e689-4314-8831-7b845fba97bd"/>
          <p:cNvSpPr/>
          <p:nvPr/>
        </p:nvSpPr>
        <p:spPr>
          <a:xfrm>
            <a:off x="3383280" y="28346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RFI § 2026-01-12T13-23-46-101Z_Welcome Packet for Cloud ERP Services, 2026[66].pdf - Page 20</a:t>
            </a:r>
            <a:endParaRPr lang="en-US" sz="900" dirty="0"/>
          </a:p>
        </p:txBody>
      </p:sp>
      <p:sp>
        <p:nvSpPr>
          <p:cNvPr id="13" name="67ab6b54-e6ca-4f4a-826f-8c73ad45f11f"/>
          <p:cNvSpPr/>
          <p:nvPr/>
        </p:nvSpPr>
        <p:spPr>
          <a:xfrm>
            <a:off x="6126480" y="1371600"/>
            <a:ext cx="2743200" cy="1828800"/>
          </a:xfrm>
          <a:prstGeom prst="rect">
            <a:avLst/>
          </a:prstGeom>
          <a:solidFill>
            <a:srgbClr val="F4F4F4"/>
          </a:solidFill>
          <a:ln w="12700">
            <a:solidFill>
              <a:srgbClr val="002D9C"/>
            </a:solidFill>
            <a:prstDash val="solid"/>
          </a:ln>
        </p:spPr>
      </p:sp>
      <p:sp>
        <p:nvSpPr>
          <p:cNvPr id="14" name="ede4eb19-9098-4615-ac27-ac5f9788a16d"/>
          <p:cNvSpPr/>
          <p:nvPr/>
        </p:nvSpPr>
        <p:spPr>
          <a:xfrm>
            <a:off x="6217920" y="14630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 Satisfaction</a:t>
            </a:r>
            <a:endParaRPr lang="en-US" sz="1200" dirty="0"/>
          </a:p>
        </p:txBody>
      </p:sp>
      <p:sp>
        <p:nvSpPr>
          <p:cNvPr id="15" name="c82ec062-965a-410b-bbbd-bab7f29283c9"/>
          <p:cNvSpPr/>
          <p:nvPr/>
        </p:nvSpPr>
        <p:spPr>
          <a:xfrm>
            <a:off x="6217920" y="182880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2400" dirty="0"/>
          </a:p>
        </p:txBody>
      </p:sp>
      <p:sp>
        <p:nvSpPr>
          <p:cNvPr id="16" name="141061d3-295c-4c9b-ba70-059e28207bdb"/>
          <p:cNvSpPr/>
          <p:nvPr/>
        </p:nvSpPr>
        <p:spPr>
          <a:xfrm>
            <a:off x="6217920" y="24688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Positive client feedback</a:t>
            </a:r>
            <a:endParaRPr lang="en-US" sz="1000" dirty="0"/>
          </a:p>
        </p:txBody>
      </p:sp>
      <p:sp>
        <p:nvSpPr>
          <p:cNvPr id="17" name="6a157582-3df5-4682-b92c-196841c20ff8"/>
          <p:cNvSpPr/>
          <p:nvPr/>
        </p:nvSpPr>
        <p:spPr>
          <a:xfrm>
            <a:off x="6217920" y="28346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RFI § 2026-01-12T13-23-46-101Z_Welcome Packet for Cloud ERP Services, 2026[66].pdf - Page 20</a:t>
            </a:r>
            <a:endParaRPr lang="en-US" sz="900" dirty="0"/>
          </a:p>
        </p:txBody>
      </p:sp>
      <p:sp>
        <p:nvSpPr>
          <p:cNvPr id="18" name="f61ee091-2aea-4127-99e5-3fb801e7b096"/>
          <p:cNvSpPr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solidFill>
            <a:srgbClr val="E8F5E9"/>
          </a:solidFill>
          <a:ln w="12700">
            <a:solidFill>
              <a:srgbClr val="24A148"/>
            </a:solidFill>
            <a:prstDash val="solid"/>
          </a:ln>
        </p:spPr>
      </p:sp>
      <p:sp>
        <p:nvSpPr>
          <p:cNvPr id="19" name="a69458ba-5baa-407c-a317-d1474d843db6"/>
          <p:cNvSpPr/>
          <p:nvPr/>
        </p:nvSpPr>
        <p:spPr>
          <a:xfrm>
            <a:off x="548640" y="635508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4A1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📌 Evidence: RFI § 2026-01-12T13-23-46-101Z_Welcome Packet for Cloud ERP Services, 2026[66].pdf - Page 20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564339878"/>
      </p:ext>
    </p:extLst>
  </p:cSld>
  <p:clrMapOvr>
    <a:masterClrMapping/>
  </p:clrMapOvr>
  <p:transition spd="med"/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08254030-c59c-495c-b7a4-78fb40a338f4"/>
          <p:cNvSpPr/>
          <p:nvPr/>
        </p:nvSpPr>
        <p:spPr>
          <a:xfrm>
            <a:off x="457200" y="5486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Q&amp;A</a:t>
            </a:r>
            <a:endParaRPr lang="en-US" sz="2800" dirty="0"/>
          </a:p>
        </p:txBody>
      </p:sp>
      <p:sp>
        <p:nvSpPr>
          <p:cNvPr id="3" name="4f776762-9dc8-4ed0-88f0-0609e8837e79"/>
          <p:cNvSpPr/>
          <p:nvPr/>
        </p:nvSpPr>
        <p:spPr>
          <a:xfrm>
            <a:off x="457200" y="182880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Audience Questions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564339878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IBM presentation template">
  <a:themeElements>
    <a:clrScheme name="Custom 1">
      <a:dk1>
        <a:srgbClr val="FFFFFF"/>
      </a:dk1>
      <a:lt1>
        <a:srgbClr val="000000"/>
      </a:lt1>
      <a:dk2>
        <a:srgbClr val="FFFFFF"/>
      </a:dk2>
      <a:lt2>
        <a:srgbClr val="000000"/>
      </a:lt2>
      <a:accent1>
        <a:srgbClr val="0F62FE"/>
      </a:accent1>
      <a:accent2>
        <a:srgbClr val="A56EFF"/>
      </a:accent2>
      <a:accent3>
        <a:srgbClr val="003A6D"/>
      </a:accent3>
      <a:accent4>
        <a:srgbClr val="009D9A"/>
      </a:accent4>
      <a:accent5>
        <a:srgbClr val="9F1853"/>
      </a:accent5>
      <a:accent6>
        <a:srgbClr val="FA4D56"/>
      </a:accent6>
      <a:hlink>
        <a:srgbClr val="0F62FE"/>
      </a:hlink>
      <a:folHlink>
        <a:srgbClr val="6F6F6F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rgbClr val="E5F6FF"/>
        </a:solidFill>
        <a:ln w="19050">
          <a:solidFill>
            <a:srgbClr val="E5F6FF"/>
          </a:solidFill>
          <a:headEnd type="none" w="med" len="med"/>
          <a:tailEnd type="none" w="med" len="med"/>
        </a:ln>
        <a:effectLst/>
      </a:spPr>
      <a:bodyPr vert="horz" wrap="square" lIns="91440" tIns="91440" rIns="91440" bIns="91440" numCol="1" rtlCol="0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IBM Plex Sans Light"/>
          <a:buNone/>
          <a:tabLst/>
          <a:defRPr kumimoji="0" sz="1400" b="0" i="0" u="none" strike="noStrike" cap="none" normalizeH="0" baseline="0" dirty="0">
            <a:ln>
              <a:noFill/>
            </a:ln>
            <a:solidFill>
              <a:schemeClr val="bg1"/>
            </a:solidFill>
            <a:effectLst/>
            <a:latin typeface="+mn-lt"/>
          </a:defRPr>
        </a:defPPr>
      </a:lstStyle>
      <a:style>
        <a:lnRef idx="2">
          <a:schemeClr val="accent6"/>
        </a:lnRef>
        <a:fillRef idx="1">
          <a:schemeClr val="lt1"/>
        </a:fillRef>
        <a:effectRef idx="0">
          <a:schemeClr val="accent6"/>
        </a:effectRef>
        <a:fontRef idx="minor">
          <a:schemeClr val="dk1"/>
        </a:fontRef>
      </a:style>
    </a:spDef>
    <a:lnDef>
      <a:spPr bwMode="auto">
        <a:ln w="12700">
          <a:solidFill>
            <a:schemeClr val="tx1"/>
          </a:solidFill>
          <a:headEnd type="none" w="med" len="med"/>
          <a:tailEnd type="none" w="med" len="med"/>
        </a:ln>
        <a:effectLst/>
      </a:spPr>
      <a:bodyPr/>
      <a:lstStyle/>
      <a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a:style>
    </a:lnDef>
    <a:txDef>
      <a:spPr>
        <a:ln w="12700">
          <a:miter lim="400000"/>
        </a:ln>
        <a:extLst>
          <a:ext uri="{C572A759-6A51-4108-AA02-DFA0A04FC94B}">
            <ma14:wrappingTextBoxFlag xmlns:r="http://schemas.openxmlformats.org/officeDocument/2006/relationships" xmlns:p="http://schemas.openxmlformats.org/presentationml/2006/main" xmlns="" xmlns:m="http://schemas.openxmlformats.org/officeDocument/2006/math" xmlns:a14="http://schemas.microsoft.com/office/drawing/2010/main" xmlns:ma14="http://schemas.microsoft.com/office/mac/drawingml/2011/main" val="1"/>
          </a:ext>
        </a:extLst>
      </a:spPr>
      <a:bodyPr wrap="square" lIns="0" tIns="0" rIns="0" bIns="0" rtlCol="0">
        <a:noAutofit/>
      </a:bodyPr>
      <a:lstStyle>
        <a:defPPr marL="444465" indent="-446749" algn="l" defTabSz="2438400">
          <a:spcBef>
            <a:spcPts val="2900"/>
          </a:spcBef>
          <a:buSzPct val="100000"/>
          <a:buFontTx/>
          <a:buChar char="–"/>
          <a:defRPr kern="0" dirty="0" smtClean="0">
            <a:solidFill>
              <a:srgbClr val="000000"/>
            </a:solidFill>
            <a:ea typeface="+mj-ea"/>
            <a:cs typeface="+mj-cs"/>
            <a:sym typeface="IBM Plex Sans Light"/>
          </a:defRPr>
        </a:defPPr>
      </a:lstStyle>
    </a:txDef>
  </a:objectDefaults>
  <a:extraClrSchemeLst/>
  <a:custClrLst>
    <a:custClr name="Gray 100">
      <a:srgbClr val="161616"/>
    </a:custClr>
    <a:custClr name="Gray 90">
      <a:srgbClr val="262626"/>
    </a:custClr>
    <a:custClr name="Gray 80">
      <a:srgbClr val="393939"/>
    </a:custClr>
    <a:custClr name="Gray 70">
      <a:srgbClr val="525252"/>
    </a:custClr>
    <a:custClr name="Gray 60">
      <a:srgbClr val="6F6F6F"/>
    </a:custClr>
    <a:custClr name="Gray 50">
      <a:srgbClr val="8D8D8D"/>
    </a:custClr>
    <a:custClr name="Gray 40">
      <a:srgbClr val="A8A8A8"/>
    </a:custClr>
    <a:custClr name="Gray 30">
      <a:srgbClr val="C6C6C6"/>
    </a:custClr>
    <a:custClr name="Gray 20">
      <a:srgbClr val="E0E0E0"/>
    </a:custClr>
    <a:custClr name="Gray 10">
      <a:srgbClr val="F4F4F4"/>
    </a:custClr>
    <a:custClr name="Blue 100">
      <a:srgbClr val="001141"/>
    </a:custClr>
    <a:custClr name="Blue 90">
      <a:srgbClr val="001D6C"/>
    </a:custClr>
    <a:custClr name="Blue 80">
      <a:srgbClr val="002D9C"/>
    </a:custClr>
    <a:custClr name="Blue 70">
      <a:srgbClr val="0043CE"/>
    </a:custClr>
    <a:custClr name="Blue 60">
      <a:srgbClr val="0F62FE"/>
    </a:custClr>
    <a:custClr name="Cyan 50">
      <a:srgbClr val="1192E8"/>
    </a:custClr>
    <a:custClr name="Cyan 40">
      <a:srgbClr val="33B1FF"/>
    </a:custClr>
    <a:custClr name="Cyan 30">
      <a:srgbClr val="82CFFF"/>
    </a:custClr>
    <a:custClr name="Cyan 20">
      <a:srgbClr val="BAE6FF"/>
    </a:custClr>
    <a:custClr name="Cyan 10">
      <a:srgbClr val="E5F6FF"/>
    </a:custClr>
    <a:custClr name="Red 60">
      <a:srgbClr val="DA1E28"/>
    </a:custClr>
    <a:custClr name="Red 50">
      <a:srgbClr val="FA4D56"/>
    </a:custClr>
    <a:custClr name="Red 30">
      <a:srgbClr val="FFB3B8"/>
    </a:custClr>
    <a:custClr name="Red 20">
      <a:srgbClr val="FFD7D9"/>
    </a:custClr>
    <a:custClr name="Red 10">
      <a:srgbClr val="FFF1F1"/>
    </a:custClr>
    <a:custClr name="Magenta 60">
      <a:srgbClr val="D02670"/>
    </a:custClr>
    <a:custClr name="Magenta 50">
      <a:srgbClr val="EE5396"/>
    </a:custClr>
    <a:custClr name="Magenta 30">
      <a:srgbClr val="FFAFD2"/>
    </a:custClr>
    <a:custClr name="Magenta 20">
      <a:srgbClr val="FFD6E8"/>
    </a:custClr>
    <a:custClr name="Magenta 10">
      <a:srgbClr val="FFF0F7"/>
    </a:custClr>
    <a:custClr name="Purple 60">
      <a:srgbClr val="8A3FFC"/>
    </a:custClr>
    <a:custClr name="Purple 50">
      <a:srgbClr val="A56EFF"/>
    </a:custClr>
    <a:custClr name="Purple 30">
      <a:srgbClr val="D4BBFF"/>
    </a:custClr>
    <a:custClr name="Purple 20">
      <a:srgbClr val="E8DAFF"/>
    </a:custClr>
    <a:custClr name="Purple 10">
      <a:srgbClr val="F6F2FF"/>
    </a:custClr>
    <a:custClr name="Teal 60">
      <a:srgbClr val="007D79"/>
    </a:custClr>
    <a:custClr name="Teal 50">
      <a:srgbClr val="009D9A"/>
    </a:custClr>
    <a:custClr name="Teal 30">
      <a:srgbClr val="3DDBD9"/>
    </a:custClr>
    <a:custClr name="Teal 20">
      <a:srgbClr val="9EF0F0"/>
    </a:custClr>
    <a:custClr name="Teal 10">
      <a:srgbClr val="D9FBFB"/>
    </a:custClr>
    <a:custClr name="Green 60">
      <a:srgbClr val="198038"/>
    </a:custClr>
    <a:custClr name="Green 50">
      <a:srgbClr val="24A148"/>
    </a:custClr>
    <a:custClr name="Green 30">
      <a:srgbClr val="6FDC8C"/>
    </a:custClr>
    <a:custClr name="Green 20">
      <a:srgbClr val="A7F0BA"/>
    </a:custClr>
    <a:custClr name="Green 10">
      <a:srgbClr val="DEFBE6"/>
    </a:custClr>
    <a:custClr name="Yellow 30">
      <a:srgbClr val="F1C21B"/>
    </a:custClr>
    <a:custClr name="Yellow 20">
      <a:srgbClr val="FDDC69"/>
    </a:custClr>
    <a:custClr name="Yellow 10">
      <a:srgbClr val="FCF4D6"/>
    </a:custClr>
    <a:custClr name="Blue 20">
      <a:srgbClr val="D0E2FF"/>
    </a:custClr>
    <a:custClr name="Blue 10">
      <a:srgbClr val="EDF5FF"/>
    </a:custClr>
  </a:custClrLst>
  <a:extLst>
    <a:ext uri="{05A4C25C-085E-4340-85A3-A5531E510DB2}">
      <thm15:themeFamily xmlns:thm15="http://schemas.microsoft.com/office/thememl/2012/main" name="1730372223183" id="{0A77C87C-1F66-5942-BF6F-687B96EEF514}" vid="{0EA68F6A-F767-2E42-87CF-AE74C22B1D55}"/>
    </a:ext>
  </a:extLst>
</a:theme>
</file>

<file path=ppt/theme/theme2.xml><?xml version="1.0" encoding="utf-8"?>
<a:theme xmlns:a="http://schemas.openxmlformats.org/drawingml/2006/main" name="IBM Brand Template 2022">
  <a:themeElements>
    <a:clrScheme name="Custom 1">
      <a:dk1>
        <a:srgbClr val="FFFFFF"/>
      </a:dk1>
      <a:lt1>
        <a:srgbClr val="000000"/>
      </a:lt1>
      <a:dk2>
        <a:srgbClr val="FFFFFF"/>
      </a:dk2>
      <a:lt2>
        <a:srgbClr val="000000"/>
      </a:lt2>
      <a:accent1>
        <a:srgbClr val="0F62FE"/>
      </a:accent1>
      <a:accent2>
        <a:srgbClr val="A56EFF"/>
      </a:accent2>
      <a:accent3>
        <a:srgbClr val="003A6D"/>
      </a:accent3>
      <a:accent4>
        <a:srgbClr val="009D9A"/>
      </a:accent4>
      <a:accent5>
        <a:srgbClr val="9F1853"/>
      </a:accent5>
      <a:accent6>
        <a:srgbClr val="FA4D56"/>
      </a:accent6>
      <a:hlink>
        <a:srgbClr val="0F62FE"/>
      </a:hlink>
      <a:folHlink>
        <a:srgbClr val="6F6F6F"/>
      </a:folHlink>
    </a:clrScheme>
    <a:fontScheme name="IBM Plex">
      <a:majorFont>
        <a:latin typeface="IBM Plex Sans Light"/>
        <a:ea typeface=""/>
        <a:cs typeface=""/>
      </a:majorFont>
      <a:minorFont>
        <a:latin typeface="IBM Plex Sans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 w="19050">
          <a:solidFill>
            <a:schemeClr val="accent1"/>
          </a:solidFill>
          <a:headEnd type="none" w="med" len="med"/>
          <a:tailEnd type="none" w="med" len="med"/>
        </a:ln>
        <a:effectLst/>
      </a:spPr>
      <a:bodyPr vert="horz" wrap="square" lIns="91440" tIns="91440" rIns="91440" bIns="91440" numCol="1" rtlCol="0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IBM Plex Sans Light"/>
          <a:buNone/>
          <a:tabLst/>
          <a:defRPr kumimoji="0" sz="1400" b="0" i="0" u="none" strike="noStrike" cap="none" normalizeH="0" baseline="0" dirty="0" smtClean="0">
            <a:ln>
              <a:noFill/>
            </a:ln>
            <a:solidFill>
              <a:schemeClr val="bg1"/>
            </a:solidFill>
            <a:effectLst/>
            <a:latin typeface="+mn-lt"/>
          </a:defRPr>
        </a:defPPr>
      </a:lstStyle>
      <a:style>
        <a:lnRef idx="2">
          <a:schemeClr val="accent6"/>
        </a:lnRef>
        <a:fillRef idx="1">
          <a:schemeClr val="lt1"/>
        </a:fillRef>
        <a:effectRef idx="0">
          <a:schemeClr val="accent6"/>
        </a:effectRef>
        <a:fontRef idx="minor">
          <a:schemeClr val="dk1"/>
        </a:fontRef>
      </a:style>
    </a:spDef>
    <a:lnDef>
      <a:spPr bwMode="auto">
        <a:ln w="19050">
          <a:solidFill>
            <a:schemeClr val="tx1"/>
          </a:solidFill>
          <a:headEnd type="none" w="med" len="med"/>
          <a:tailEnd type="none" w="med" len="med"/>
        </a:ln>
        <a:effectLst/>
      </a:spPr>
      <a:bodyPr/>
      <a:lstStyle/>
      <a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a:style>
    </a:lnDef>
    <a:txDef>
      <a:spPr>
        <a:ln w="12700">
          <a:miter lim="400000"/>
        </a:ln>
        <a:extLst>
          <a:ext uri="{C572A759-6A51-4108-AA02-DFA0A04FC94B}">
            <ma14:wrappingTextBoxFlag xmlns:ma14="http://schemas.microsoft.com/office/mac/drawingml/2011/main" xmlns:a14="http://schemas.microsoft.com/office/drawing/2010/main" xmlns:m="http://schemas.openxmlformats.org/officeDocument/2006/math" xmlns="" xmlns:p="http://schemas.openxmlformats.org/presentationml/2006/main" xmlns:r="http://schemas.openxmlformats.org/officeDocument/2006/relationships" val="1"/>
          </a:ext>
        </a:extLst>
      </a:spPr>
      <a:bodyPr wrap="square" lIns="0" tIns="0" rIns="0" bIns="0" rtlCol="0">
        <a:noAutofit/>
      </a:bodyPr>
      <a:lstStyle>
        <a:defPPr marL="444465" indent="-446749" algn="l" defTabSz="2438400">
          <a:spcBef>
            <a:spcPts val="2900"/>
          </a:spcBef>
          <a:buSzPct val="100000"/>
          <a:buFontTx/>
          <a:buChar char="–"/>
          <a:defRPr kern="0" dirty="0" smtClean="0">
            <a:solidFill>
              <a:srgbClr val="000000"/>
            </a:solidFill>
            <a:ea typeface="+mj-ea"/>
            <a:cs typeface="+mj-cs"/>
            <a:sym typeface="IBM Plex Sans Light"/>
          </a:defRPr>
        </a:defPPr>
      </a:lstStyle>
    </a:txDef>
  </a:objectDefaults>
  <a:extraClrSchemeLst/>
  <a:custClrLst>
    <a:custClr name="Gray 100">
      <a:srgbClr val="161616"/>
    </a:custClr>
    <a:custClr name="Gray 90">
      <a:srgbClr val="262626"/>
    </a:custClr>
    <a:custClr name="Gray 80">
      <a:srgbClr val="393939"/>
    </a:custClr>
    <a:custClr name="Gray 70">
      <a:srgbClr val="525252"/>
    </a:custClr>
    <a:custClr name="Gray 60">
      <a:srgbClr val="6F6F6F"/>
    </a:custClr>
    <a:custClr name="Gray 50">
      <a:srgbClr val="8D8D8D"/>
    </a:custClr>
    <a:custClr name="Gray 40">
      <a:srgbClr val="A8A8A8"/>
    </a:custClr>
    <a:custClr name="Gray 30">
      <a:srgbClr val="C6C6C6"/>
    </a:custClr>
    <a:custClr name="Gray 20">
      <a:srgbClr val="E0E0E0"/>
    </a:custClr>
    <a:custClr name="Gray 10">
      <a:srgbClr val="F4F4F4"/>
    </a:custClr>
    <a:custClr name="Blue 100">
      <a:srgbClr val="001141"/>
    </a:custClr>
    <a:custClr name="Blue 90">
      <a:srgbClr val="001D6C"/>
    </a:custClr>
    <a:custClr name="Blue 80">
      <a:srgbClr val="002D9C"/>
    </a:custClr>
    <a:custClr name="Blue 70">
      <a:srgbClr val="0043CE"/>
    </a:custClr>
    <a:custClr name="Blue 60">
      <a:srgbClr val="0F62FE"/>
    </a:custClr>
    <a:custClr name="Cyan 50">
      <a:srgbClr val="1192E8"/>
    </a:custClr>
    <a:custClr name="Cyan 40">
      <a:srgbClr val="33B1FF"/>
    </a:custClr>
    <a:custClr name="Cyan 30">
      <a:srgbClr val="82CFFF"/>
    </a:custClr>
    <a:custClr name="Cyan 20">
      <a:srgbClr val="BAE6FF"/>
    </a:custClr>
    <a:custClr name="Cyan 10">
      <a:srgbClr val="E5F6FF"/>
    </a:custClr>
    <a:custClr name="Red 60">
      <a:srgbClr val="DA1E28"/>
    </a:custClr>
    <a:custClr name="Red 50">
      <a:srgbClr val="FA4D56"/>
    </a:custClr>
    <a:custClr name="Red 30">
      <a:srgbClr val="FFB3B8"/>
    </a:custClr>
    <a:custClr name="Red 20">
      <a:srgbClr val="FFD7D9"/>
    </a:custClr>
    <a:custClr name="Red 10">
      <a:srgbClr val="FFF1F1"/>
    </a:custClr>
    <a:custClr name="Magenta 60">
      <a:srgbClr val="D02670"/>
    </a:custClr>
    <a:custClr name="Magenta 50">
      <a:srgbClr val="EE5396"/>
    </a:custClr>
    <a:custClr name="Magenta 30">
      <a:srgbClr val="FFAFD2"/>
    </a:custClr>
    <a:custClr name="Magenta 20">
      <a:srgbClr val="FFD6E8"/>
    </a:custClr>
    <a:custClr name="Magenta 10">
      <a:srgbClr val="FFF0F7"/>
    </a:custClr>
    <a:custClr name="Purple 60">
      <a:srgbClr val="8A3FFC"/>
    </a:custClr>
    <a:custClr name="Purple 50">
      <a:srgbClr val="A56EFF"/>
    </a:custClr>
    <a:custClr name="Purple 30">
      <a:srgbClr val="D4BBFF"/>
    </a:custClr>
    <a:custClr name="Purple 20">
      <a:srgbClr val="E8DAFF"/>
    </a:custClr>
    <a:custClr name="Purple 10">
      <a:srgbClr val="F6F2FF"/>
    </a:custClr>
    <a:custClr name="Teal 60">
      <a:srgbClr val="007D79"/>
    </a:custClr>
    <a:custClr name="Teal 50">
      <a:srgbClr val="009D9A"/>
    </a:custClr>
    <a:custClr name="Teal 30">
      <a:srgbClr val="3DDBD9"/>
    </a:custClr>
    <a:custClr name="Teal 20">
      <a:srgbClr val="9EF0F0"/>
    </a:custClr>
    <a:custClr name="Teal 10">
      <a:srgbClr val="D9FBFB"/>
    </a:custClr>
    <a:custClr name="Green 60">
      <a:srgbClr val="198038"/>
    </a:custClr>
    <a:custClr name="Green 50">
      <a:srgbClr val="24A148"/>
    </a:custClr>
    <a:custClr name="Green 30">
      <a:srgbClr val="6FDC8C"/>
    </a:custClr>
    <a:custClr name="Green 20">
      <a:srgbClr val="A7F0BA"/>
    </a:custClr>
    <a:custClr name="Green 10">
      <a:srgbClr val="DEFBE6"/>
    </a:custClr>
    <a:custClr name="Yellow 30">
      <a:srgbClr val="F1C21B"/>
    </a:custClr>
    <a:custClr name="Yellow 20">
      <a:srgbClr val="FDDC69"/>
    </a:custClr>
    <a:custClr name="Yellow 10">
      <a:srgbClr val="FCF4D6"/>
    </a:custClr>
    <a:custClr name="Blue 20">
      <a:srgbClr val="D0E2FF"/>
    </a:custClr>
    <a:custClr name="Blue 10">
      <a:srgbClr val="EDF5FF"/>
    </a:custClr>
  </a:custClrLst>
  <a:extLst>
    <a:ext uri="{05A4C25C-085E-4340-85A3-A5531E510DB2}">
      <thm15:themeFamily xmlns:thm15="http://schemas.microsoft.com/office/thememl/2012/main" name="IBM_Master_Presentation_2021_V01_Plex" id="{BD398A2B-0B96-D843-9A4A-05239798B6A1}" vid="{46683C84-C800-D441-9101-471717108C97}"/>
    </a:ext>
  </a:extLst>
</a:theme>
</file>

<file path=ppt/theme/theme3.xml><?xml version="1.0" encoding="utf-8"?>
<a:theme xmlns:a="http://schemas.openxmlformats.org/drawingml/2006/main" name="IBM Brand Template 2022">
  <a:themeElements>
    <a:clrScheme name="Custom 1">
      <a:dk1>
        <a:srgbClr val="FFFFFF"/>
      </a:dk1>
      <a:lt1>
        <a:srgbClr val="000000"/>
      </a:lt1>
      <a:dk2>
        <a:srgbClr val="FFFFFF"/>
      </a:dk2>
      <a:lt2>
        <a:srgbClr val="000000"/>
      </a:lt2>
      <a:accent1>
        <a:srgbClr val="0F62FE"/>
      </a:accent1>
      <a:accent2>
        <a:srgbClr val="A56EFF"/>
      </a:accent2>
      <a:accent3>
        <a:srgbClr val="003A6D"/>
      </a:accent3>
      <a:accent4>
        <a:srgbClr val="009D9A"/>
      </a:accent4>
      <a:accent5>
        <a:srgbClr val="9F1853"/>
      </a:accent5>
      <a:accent6>
        <a:srgbClr val="FA4D56"/>
      </a:accent6>
      <a:hlink>
        <a:srgbClr val="0F62FE"/>
      </a:hlink>
      <a:folHlink>
        <a:srgbClr val="6F6F6F"/>
      </a:folHlink>
    </a:clrScheme>
    <a:fontScheme name="IBM Plex">
      <a:majorFont>
        <a:latin typeface="IBM Plex Sans Light"/>
        <a:ea typeface=""/>
        <a:cs typeface=""/>
      </a:majorFont>
      <a:minorFont>
        <a:latin typeface="IBM Plex Sans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 w="19050">
          <a:solidFill>
            <a:schemeClr val="accent1"/>
          </a:solidFill>
          <a:headEnd type="none" w="med" len="med"/>
          <a:tailEnd type="none" w="med" len="med"/>
        </a:ln>
        <a:effectLst/>
      </a:spPr>
      <a:bodyPr vert="horz" wrap="square" lIns="91440" tIns="91440" rIns="91440" bIns="91440" numCol="1" rtlCol="0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IBM Plex Sans Light"/>
          <a:buNone/>
          <a:tabLst/>
          <a:defRPr kumimoji="0" sz="1400" b="0" i="0" u="none" strike="noStrike" cap="none" normalizeH="0" baseline="0" dirty="0" smtClean="0">
            <a:ln>
              <a:noFill/>
            </a:ln>
            <a:solidFill>
              <a:schemeClr val="bg1"/>
            </a:solidFill>
            <a:effectLst/>
            <a:latin typeface="+mn-lt"/>
          </a:defRPr>
        </a:defPPr>
      </a:lstStyle>
      <a:style>
        <a:lnRef idx="2">
          <a:schemeClr val="accent6"/>
        </a:lnRef>
        <a:fillRef idx="1">
          <a:schemeClr val="lt1"/>
        </a:fillRef>
        <a:effectRef idx="0">
          <a:schemeClr val="accent6"/>
        </a:effectRef>
        <a:fontRef idx="minor">
          <a:schemeClr val="dk1"/>
        </a:fontRef>
      </a:style>
    </a:spDef>
    <a:lnDef>
      <a:spPr bwMode="auto">
        <a:ln w="19050">
          <a:solidFill>
            <a:schemeClr val="tx1"/>
          </a:solidFill>
          <a:headEnd type="none" w="med" len="med"/>
          <a:tailEnd type="none" w="med" len="med"/>
        </a:ln>
        <a:effectLst/>
      </a:spPr>
      <a:bodyPr/>
      <a:lstStyle/>
      <a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a:style>
    </a:lnDef>
    <a:txDef>
      <a:spPr>
        <a:ln w="12700">
          <a:miter lim="400000"/>
        </a:ln>
        <a:extLst>
          <a:ext uri="{C572A759-6A51-4108-AA02-DFA0A04FC94B}">
            <ma14:wrappingTextBoxFlag xmlns:ma14="http://schemas.microsoft.com/office/mac/drawingml/2011/main" xmlns:a14="http://schemas.microsoft.com/office/drawing/2010/main" xmlns:m="http://schemas.openxmlformats.org/officeDocument/2006/math" xmlns="" xmlns:p="http://schemas.openxmlformats.org/presentationml/2006/main" xmlns:r="http://schemas.openxmlformats.org/officeDocument/2006/relationships" val="1"/>
          </a:ext>
        </a:extLst>
      </a:spPr>
      <a:bodyPr wrap="square" lIns="0" tIns="0" rIns="0" bIns="0" rtlCol="0">
        <a:noAutofit/>
      </a:bodyPr>
      <a:lstStyle>
        <a:defPPr marL="444465" indent="-446749" algn="l" defTabSz="2438400">
          <a:spcBef>
            <a:spcPts val="2900"/>
          </a:spcBef>
          <a:buSzPct val="100000"/>
          <a:buFontTx/>
          <a:buChar char="–"/>
          <a:defRPr kern="0" dirty="0" smtClean="0">
            <a:solidFill>
              <a:srgbClr val="000000"/>
            </a:solidFill>
            <a:ea typeface="+mj-ea"/>
            <a:cs typeface="+mj-cs"/>
            <a:sym typeface="IBM Plex Sans Light"/>
          </a:defRPr>
        </a:defPPr>
      </a:lstStyle>
    </a:txDef>
  </a:objectDefaults>
  <a:extraClrSchemeLst/>
  <a:custClrLst>
    <a:custClr name="Gray 100">
      <a:srgbClr val="161616"/>
    </a:custClr>
    <a:custClr name="Gray 90">
      <a:srgbClr val="262626"/>
    </a:custClr>
    <a:custClr name="Gray 80">
      <a:srgbClr val="393939"/>
    </a:custClr>
    <a:custClr name="Gray 70">
      <a:srgbClr val="525252"/>
    </a:custClr>
    <a:custClr name="Gray 60">
      <a:srgbClr val="6F6F6F"/>
    </a:custClr>
    <a:custClr name="Gray 50">
      <a:srgbClr val="8D8D8D"/>
    </a:custClr>
    <a:custClr name="Gray 40">
      <a:srgbClr val="A8A8A8"/>
    </a:custClr>
    <a:custClr name="Gray 30">
      <a:srgbClr val="C6C6C6"/>
    </a:custClr>
    <a:custClr name="Gray 20">
      <a:srgbClr val="E0E0E0"/>
    </a:custClr>
    <a:custClr name="Gray 10">
      <a:srgbClr val="F4F4F4"/>
    </a:custClr>
    <a:custClr name="Blue 100">
      <a:srgbClr val="001141"/>
    </a:custClr>
    <a:custClr name="Blue 90">
      <a:srgbClr val="001D6C"/>
    </a:custClr>
    <a:custClr name="Blue 80">
      <a:srgbClr val="002D9C"/>
    </a:custClr>
    <a:custClr name="Blue 70">
      <a:srgbClr val="0043CE"/>
    </a:custClr>
    <a:custClr name="Blue 60">
      <a:srgbClr val="0F62FE"/>
    </a:custClr>
    <a:custClr name="Cyan 50">
      <a:srgbClr val="1192E8"/>
    </a:custClr>
    <a:custClr name="Cyan 40">
      <a:srgbClr val="33B1FF"/>
    </a:custClr>
    <a:custClr name="Cyan 30">
      <a:srgbClr val="82CFFF"/>
    </a:custClr>
    <a:custClr name="Cyan 20">
      <a:srgbClr val="BAE6FF"/>
    </a:custClr>
    <a:custClr name="Cyan 10">
      <a:srgbClr val="E5F6FF"/>
    </a:custClr>
    <a:custClr name="Red 60">
      <a:srgbClr val="DA1E28"/>
    </a:custClr>
    <a:custClr name="Red 50">
      <a:srgbClr val="FA4D56"/>
    </a:custClr>
    <a:custClr name="Red 30">
      <a:srgbClr val="FFB3B8"/>
    </a:custClr>
    <a:custClr name="Red 20">
      <a:srgbClr val="FFD7D9"/>
    </a:custClr>
    <a:custClr name="Red 10">
      <a:srgbClr val="FFF1F1"/>
    </a:custClr>
    <a:custClr name="Magenta 60">
      <a:srgbClr val="D02670"/>
    </a:custClr>
    <a:custClr name="Magenta 50">
      <a:srgbClr val="EE5396"/>
    </a:custClr>
    <a:custClr name="Magenta 30">
      <a:srgbClr val="FFAFD2"/>
    </a:custClr>
    <a:custClr name="Magenta 20">
      <a:srgbClr val="FFD6E8"/>
    </a:custClr>
    <a:custClr name="Magenta 10">
      <a:srgbClr val="FFF0F7"/>
    </a:custClr>
    <a:custClr name="Purple 60">
      <a:srgbClr val="8A3FFC"/>
    </a:custClr>
    <a:custClr name="Purple 50">
      <a:srgbClr val="A56EFF"/>
    </a:custClr>
    <a:custClr name="Purple 30">
      <a:srgbClr val="D4BBFF"/>
    </a:custClr>
    <a:custClr name="Purple 20">
      <a:srgbClr val="E8DAFF"/>
    </a:custClr>
    <a:custClr name="Purple 10">
      <a:srgbClr val="F6F2FF"/>
    </a:custClr>
    <a:custClr name="Teal 60">
      <a:srgbClr val="007D79"/>
    </a:custClr>
    <a:custClr name="Teal 50">
      <a:srgbClr val="009D9A"/>
    </a:custClr>
    <a:custClr name="Teal 30">
      <a:srgbClr val="3DDBD9"/>
    </a:custClr>
    <a:custClr name="Teal 20">
      <a:srgbClr val="9EF0F0"/>
    </a:custClr>
    <a:custClr name="Teal 10">
      <a:srgbClr val="D9FBFB"/>
    </a:custClr>
    <a:custClr name="Green 60">
      <a:srgbClr val="198038"/>
    </a:custClr>
    <a:custClr name="Green 50">
      <a:srgbClr val="24A148"/>
    </a:custClr>
    <a:custClr name="Green 30">
      <a:srgbClr val="6FDC8C"/>
    </a:custClr>
    <a:custClr name="Green 20">
      <a:srgbClr val="A7F0BA"/>
    </a:custClr>
    <a:custClr name="Green 10">
      <a:srgbClr val="DEFBE6"/>
    </a:custClr>
    <a:custClr name="Yellow 30">
      <a:srgbClr val="F1C21B"/>
    </a:custClr>
    <a:custClr name="Yellow 20">
      <a:srgbClr val="FDDC69"/>
    </a:custClr>
    <a:custClr name="Yellow 10">
      <a:srgbClr val="FCF4D6"/>
    </a:custClr>
    <a:custClr name="Blue 20">
      <a:srgbClr val="D0E2FF"/>
    </a:custClr>
    <a:custClr name="Blue 10">
      <a:srgbClr val="EDF5FF"/>
    </a:custClr>
  </a:custClrLst>
  <a:extLst>
    <a:ext uri="{05A4C25C-085E-4340-85A3-A5531E510DB2}">
      <thm15:themeFamily xmlns:thm15="http://schemas.microsoft.com/office/thememl/2012/main" name="IBM_Master_Presentation_2021_V01_Plex" id="{BD398A2B-0B96-D843-9A4A-05239798B6A1}" vid="{46683C84-C800-D441-9101-471717108C9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Words>0</Words>
  <Application>Microsoft Office PowerPoint</Application>
  <PresentationFormat>Custom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3" baseType="lpstr">
      <vt:lpstr>Arial</vt:lpstr>
      <vt:lpstr>IBM presentation template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Diana Stanciulescu</dc:creator>
  <cp:keywords/>
  <dc:description/>
  <cp:lastModifiedBy>Richard Hogan</cp:lastModifiedBy>
  <cp:revision>2</cp:revision>
  <cp:lastPrinted>2019-04-25T15:14:05Z</cp:lastPrinted>
  <dcterms:created xsi:type="dcterms:W3CDTF">2024-10-31T10:55:27Z</dcterms:created>
  <dcterms:modified xsi:type="dcterms:W3CDTF">2026-01-15T13:14:55Z</dcterms:modified>
  <cp:category/>
</cp:coreProperties>
</file>